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webp" ContentType="image/webp"/>
  <Override PartName="/ppt/media/image7.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56" r:id="rId3"/>
    <p:sldId id="264" r:id="rId4"/>
    <p:sldId id="259" r:id="rId5"/>
    <p:sldId id="266" r:id="rId6"/>
    <p:sldId id="276" r:id="rId7"/>
    <p:sldId id="279" r:id="rId8"/>
    <p:sldId id="280" r:id="rId9"/>
    <p:sldId id="281" r:id="rId10"/>
    <p:sldId id="282" r:id="rId11"/>
    <p:sldId id="272" r:id="rId12"/>
    <p:sldId id="263" r:id="rId13"/>
    <p:sldId id="262" r:id="rId14"/>
    <p:sldId id="261" r:id="rId15"/>
    <p:sldId id="258" r:id="rId16"/>
    <p:sldId id="265" r:id="rId17"/>
    <p:sldId id="267" r:id="rId18"/>
    <p:sldId id="260" r:id="rId19"/>
    <p:sldId id="273" r:id="rId20"/>
    <p:sldId id="268" r:id="rId21"/>
    <p:sldId id="269" r:id="rId22"/>
    <p:sldId id="270" r:id="rId23"/>
    <p:sldId id="271" r:id="rId24"/>
    <p:sldId id="275" r:id="rId25"/>
    <p:sldId id="274" r:id="rId26"/>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Microsoft YaHei Light" panose="020B0502040204020203" pitchFamily="34"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Light" panose="020B0502040204020203" pitchFamily="34"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Light" panose="020B0502040204020203" pitchFamily="34"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Light" panose="020B0502040204020203" pitchFamily="34" charset="-122"/>
        <a:cs typeface="+mn-cs"/>
      </a:defRPr>
    </a:lvl9pPr>
  </p:defaultTextStyle>
  <p:extLst>
    <p:ext uri="{EFAFB233-063F-42B5-8137-9DF3F51BA10A}">
      <p15:sldGuideLst xmlns:p15="http://schemas.microsoft.com/office/powerpoint/2012/main">
        <p15:guide id="1" pos="3840" userDrawn="1">
          <p15:clr>
            <a:srgbClr val="A4A3A4"/>
          </p15:clr>
        </p15:guide>
        <p15:guide id="2" orient="horz" pos="22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7C5A"/>
    <a:srgbClr val="F6F6F6"/>
    <a:srgbClr val="E08648"/>
    <a:srgbClr val="E36C64"/>
    <a:srgbClr val="675E8C"/>
    <a:srgbClr val="27282C"/>
    <a:srgbClr val="1665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p:restoredTop sz="94660"/>
  </p:normalViewPr>
  <p:slideViewPr>
    <p:cSldViewPr snapToGrid="0" showGuides="1">
      <p:cViewPr>
        <p:scale>
          <a:sx n="69" d="100"/>
          <a:sy n="69" d="100"/>
        </p:scale>
        <p:origin x="780" y="216"/>
      </p:cViewPr>
      <p:guideLst>
        <p:guide pos="3840"/>
        <p:guide orient="horz" pos="2202"/>
      </p:guideLst>
    </p:cSldViewPr>
  </p:slideViewPr>
  <p:notesTextViewPr>
    <p:cViewPr>
      <p:scale>
        <a:sx n="1" d="1"/>
        <a:sy n="1" d="1"/>
      </p:scale>
      <p:origin x="0" y="0"/>
    </p:cViewPr>
  </p:notesTextViewPr>
  <p:sorterViewPr showFormatting="0">
    <p:cViewPr>
      <p:scale>
        <a:sx n="66" d="100"/>
        <a:sy n="66" d="100"/>
      </p:scale>
      <p:origin x="0" y="-82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Microsoft YaHei Light" panose="020B0502040204020203" pitchFamily="34"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Microsoft YaHei Light" panose="020B0502040204020203"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Arial" panose="020B0604020202020204" pitchFamily="34" charset="0"/>
              </a:defRPr>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Arial" panose="020B0604020202020204" pitchFamily="34" charset="0"/>
              </a:defRPr>
            </a:lvl1pPr>
          </a:lstStyle>
          <a:p>
            <a:pPr fontAlgn="base"/>
            <a:fld id="{D2A48B96-639E-45A3-A0BA-2464DFDB1FAA}" type="datetimeFigureOut">
              <a:rPr lang="zh-CN" altLang="en-US" strike="noStrike" noProof="1" smtClean="0">
                <a:latin typeface="Calibri" panose="020F0502020204030204" pitchFamily="34" charset="0"/>
                <a:ea typeface="Arial" panose="020B0604020202020204" pitchFamily="34" charset="0"/>
                <a:cs typeface="+mn-cs"/>
              </a:rPr>
            </a:fld>
            <a:endParaRPr lang="zh-CN" altLang="en-US" strike="noStrike" noProof="1"/>
          </a:p>
        </p:txBody>
      </p:sp>
      <p:sp>
        <p:nvSpPr>
          <p:cNvPr id="6148"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6149"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ea typeface="Arial" panose="020B0604020202020204" pitchFamily="34" charset="0"/>
              </a:defRPr>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ea typeface="Arial" panose="020B0604020202020204" pitchFamily="34" charset="0"/>
              </a:defRPr>
            </a:lvl1pPr>
          </a:lstStyle>
          <a:p>
            <a:pPr fontAlgn="base"/>
            <a:fld id="{A6837353-30EB-4A48-80EB-173D804AEFBD}" type="slidenum">
              <a:rPr lang="zh-CN" altLang="en-US" strike="noStrike" noProof="1" smtClean="0">
                <a:latin typeface="Calibri" panose="020F0502020204030204" pitchFamily="34" charset="0"/>
                <a:ea typeface="Arial" panose="020B0604020202020204" pitchFamily="34" charset="0"/>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Arial" panose="020B0604020202020204" pitchFamily="34" charset="0"/>
        <a:cs typeface="+mn-cs"/>
      </a:defRPr>
    </a:lvl1pPr>
    <a:lvl2pPr marL="457200" algn="l" defTabSz="914400" rtl="0" eaLnBrk="1" latinLnBrk="0" hangingPunct="1">
      <a:defRPr sz="1200" kern="1200">
        <a:solidFill>
          <a:schemeClr val="tx1"/>
        </a:solidFill>
        <a:latin typeface="+mn-lt"/>
        <a:ea typeface="Arial" panose="020B0604020202020204" pitchFamily="34" charset="0"/>
        <a:cs typeface="+mn-cs"/>
      </a:defRPr>
    </a:lvl2pPr>
    <a:lvl3pPr marL="914400" algn="l" defTabSz="914400" rtl="0" eaLnBrk="1" latinLnBrk="0" hangingPunct="1">
      <a:defRPr sz="1200" kern="1200">
        <a:solidFill>
          <a:schemeClr val="tx1"/>
        </a:solidFill>
        <a:latin typeface="+mn-lt"/>
        <a:ea typeface="Arial" panose="020B0604020202020204" pitchFamily="34" charset="0"/>
        <a:cs typeface="+mn-cs"/>
      </a:defRPr>
    </a:lvl3pPr>
    <a:lvl4pPr marL="1371600" algn="l" defTabSz="914400" rtl="0" eaLnBrk="1" latinLnBrk="0" hangingPunct="1">
      <a:defRPr sz="1200" kern="1200">
        <a:solidFill>
          <a:schemeClr val="tx1"/>
        </a:solidFill>
        <a:latin typeface="+mn-lt"/>
        <a:ea typeface="Arial" panose="020B0604020202020204" pitchFamily="34" charset="0"/>
        <a:cs typeface="+mn-cs"/>
      </a:defRPr>
    </a:lvl4pPr>
    <a:lvl5pPr marL="1828800" algn="l" defTabSz="914400" rtl="0" eaLnBrk="1" latinLnBrk="0" hangingPunct="1">
      <a:defRPr sz="1200" kern="1200">
        <a:solidFill>
          <a:schemeClr val="tx1"/>
        </a:solidFill>
        <a:latin typeface="+mn-lt"/>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7282C"/>
        </a:solidFill>
        <a:effectLst/>
      </p:bgPr>
    </p:bg>
    <p:spTree>
      <p:nvGrpSpPr>
        <p:cNvPr id="1" name=""/>
        <p:cNvGrpSpPr/>
        <p:nvPr/>
      </p:nvGrpSpPr>
      <p:grpSpPr>
        <a:xfrm>
          <a:off x="0" y="0"/>
          <a:ext cx="0" cy="0"/>
          <a:chOff x="0" y="0"/>
          <a:chExt cx="0" cy="0"/>
        </a:xfrm>
      </p:grpSpPr>
      <p:sp>
        <p:nvSpPr>
          <p:cNvPr id="7" name="任意多边形 6"/>
          <p:cNvSpPr/>
          <p:nvPr/>
        </p:nvSpPr>
        <p:spPr>
          <a:xfrm>
            <a:off x="0" y="-17462"/>
            <a:ext cx="5095875" cy="4667250"/>
          </a:xfrm>
          <a:custGeom>
            <a:avLst/>
            <a:gdLst>
              <a:gd name="connsiteX0" fmla="*/ 0 w 5095525"/>
              <a:gd name="connsiteY0" fmla="*/ 0 h 4666400"/>
              <a:gd name="connsiteX1" fmla="*/ 5095525 w 5095525"/>
              <a:gd name="connsiteY1" fmla="*/ 0 h 4666400"/>
              <a:gd name="connsiteX2" fmla="*/ 2389013 w 5095525"/>
              <a:gd name="connsiteY2" fmla="*/ 4666400 h 4666400"/>
              <a:gd name="connsiteX3" fmla="*/ 0 w 5095525"/>
              <a:gd name="connsiteY3" fmla="*/ 547414 h 4666400"/>
              <a:gd name="connsiteX4" fmla="*/ 0 w 5095525"/>
              <a:gd name="connsiteY4" fmla="*/ 0 h 466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5525" h="4666400">
                <a:moveTo>
                  <a:pt x="0" y="0"/>
                </a:moveTo>
                <a:lnTo>
                  <a:pt x="5095525" y="0"/>
                </a:lnTo>
                <a:lnTo>
                  <a:pt x="2389013" y="4666400"/>
                </a:lnTo>
                <a:lnTo>
                  <a:pt x="0" y="547414"/>
                </a:lnTo>
                <a:lnTo>
                  <a:pt x="0" y="0"/>
                </a:lnTo>
                <a:close/>
              </a:path>
            </a:pathLst>
          </a:cu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等腰三角形 7"/>
          <p:cNvSpPr/>
          <p:nvPr/>
        </p:nvSpPr>
        <p:spPr>
          <a:xfrm>
            <a:off x="315913" y="4041775"/>
            <a:ext cx="3265488" cy="2816225"/>
          </a:xfrm>
          <a:prstGeom prst="triangle">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任意多边形 8"/>
          <p:cNvSpPr/>
          <p:nvPr/>
        </p:nvSpPr>
        <p:spPr>
          <a:xfrm>
            <a:off x="0" y="4649788"/>
            <a:ext cx="800100" cy="2208213"/>
          </a:xfrm>
          <a:custGeom>
            <a:avLst/>
            <a:gdLst>
              <a:gd name="connsiteX0" fmla="*/ 317500 w 800100"/>
              <a:gd name="connsiteY0" fmla="*/ 0 h 1676400"/>
              <a:gd name="connsiteX1" fmla="*/ 0 w 800100"/>
              <a:gd name="connsiteY1" fmla="*/ 419100 h 1676400"/>
              <a:gd name="connsiteX2" fmla="*/ 0 w 800100"/>
              <a:gd name="connsiteY2" fmla="*/ 1676400 h 1676400"/>
              <a:gd name="connsiteX3" fmla="*/ 800100 w 800100"/>
              <a:gd name="connsiteY3" fmla="*/ 1676400 h 1676400"/>
              <a:gd name="connsiteX4" fmla="*/ 317500 w 800100"/>
              <a:gd name="connsiteY4" fmla="*/ 0 h 167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100" h="1676400">
                <a:moveTo>
                  <a:pt x="317500" y="0"/>
                </a:moveTo>
                <a:lnTo>
                  <a:pt x="0" y="419100"/>
                </a:lnTo>
                <a:lnTo>
                  <a:pt x="0" y="1676400"/>
                </a:lnTo>
                <a:lnTo>
                  <a:pt x="800100" y="1676400"/>
                </a:lnTo>
                <a:lnTo>
                  <a:pt x="317500" y="0"/>
                </a:lnTo>
                <a:close/>
              </a:path>
            </a:pathLst>
          </a:custGeom>
          <a:solidFill>
            <a:srgbClr val="E36C64">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等腰三角形 9"/>
          <p:cNvSpPr/>
          <p:nvPr/>
        </p:nvSpPr>
        <p:spPr>
          <a:xfrm>
            <a:off x="0" y="4838700"/>
            <a:ext cx="1724025" cy="1487488"/>
          </a:xfrm>
          <a:prstGeom prst="triangle">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等腰三角形 10"/>
          <p:cNvSpPr/>
          <p:nvPr/>
        </p:nvSpPr>
        <p:spPr>
          <a:xfrm flipV="1">
            <a:off x="996950" y="1765300"/>
            <a:ext cx="1517650" cy="1308100"/>
          </a:xfrm>
          <a:prstGeom prst="triangle">
            <a:avLst/>
          </a:prstGeom>
          <a:solidFill>
            <a:srgbClr val="16654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任意多边形 11"/>
          <p:cNvSpPr/>
          <p:nvPr/>
        </p:nvSpPr>
        <p:spPr>
          <a:xfrm>
            <a:off x="0" y="439738"/>
            <a:ext cx="2754313" cy="3300413"/>
          </a:xfrm>
          <a:custGeom>
            <a:avLst/>
            <a:gdLst>
              <a:gd name="connsiteX0" fmla="*/ 0 w 2754101"/>
              <a:gd name="connsiteY0" fmla="*/ 0 h 3300541"/>
              <a:gd name="connsiteX1" fmla="*/ 2754101 w 2754101"/>
              <a:gd name="connsiteY1" fmla="*/ 0 h 3300541"/>
              <a:gd name="connsiteX2" fmla="*/ 839788 w 2754101"/>
              <a:gd name="connsiteY2" fmla="*/ 3300541 h 3300541"/>
              <a:gd name="connsiteX3" fmla="*/ 0 w 2754101"/>
              <a:gd name="connsiteY3" fmla="*/ 1852631 h 3300541"/>
              <a:gd name="connsiteX4" fmla="*/ 0 w 2754101"/>
              <a:gd name="connsiteY4" fmla="*/ 0 h 3300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4101" h="3300541">
                <a:moveTo>
                  <a:pt x="0" y="0"/>
                </a:moveTo>
                <a:lnTo>
                  <a:pt x="2754101" y="0"/>
                </a:lnTo>
                <a:lnTo>
                  <a:pt x="839788" y="3300541"/>
                </a:lnTo>
                <a:lnTo>
                  <a:pt x="0" y="1852631"/>
                </a:lnTo>
                <a:lnTo>
                  <a:pt x="0" y="0"/>
                </a:lnTo>
                <a:close/>
              </a:path>
            </a:pathLst>
          </a:custGeom>
          <a:solidFill>
            <a:srgbClr val="16654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3438314" y="2261762"/>
            <a:ext cx="7913899" cy="2387600"/>
          </a:xfrm>
        </p:spPr>
        <p:txBody>
          <a:bodyPr anchor="b"/>
          <a:lstStyle>
            <a:lvl1pPr algn="l">
              <a:defRPr sz="6000" b="1" spc="300" baseline="0">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副标题 2"/>
          <p:cNvSpPr>
            <a:spLocks noGrp="1"/>
          </p:cNvSpPr>
          <p:nvPr>
            <p:ph type="subTitle" idx="1"/>
          </p:nvPr>
        </p:nvSpPr>
        <p:spPr>
          <a:xfrm>
            <a:off x="3438314" y="4741437"/>
            <a:ext cx="7913899" cy="1655762"/>
          </a:xfr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单击此处编辑母版副标题样式</a:t>
            </a:r>
            <a:endParaRPr lang="zh-CN" altLang="en-US" strike="noStrike" noProof="1"/>
          </a:p>
        </p:txBody>
      </p:sp>
      <p:sp>
        <p:nvSpPr>
          <p:cNvPr id="1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5"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title">
    <p:bg>
      <p:bgPr>
        <a:solidFill>
          <a:srgbClr val="27282C"/>
        </a:solidFill>
        <a:effectLst/>
      </p:bgPr>
    </p:bg>
    <p:spTree>
      <p:nvGrpSpPr>
        <p:cNvPr id="1" name=""/>
        <p:cNvGrpSpPr/>
        <p:nvPr/>
      </p:nvGrpSpPr>
      <p:grpSpPr>
        <a:xfrm>
          <a:off x="0" y="0"/>
          <a:ext cx="0" cy="0"/>
          <a:chOff x="0" y="0"/>
          <a:chExt cx="0" cy="0"/>
        </a:xfrm>
      </p:grpSpPr>
      <p:sp>
        <p:nvSpPr>
          <p:cNvPr id="7" name="任意多边形 6"/>
          <p:cNvSpPr/>
          <p:nvPr/>
        </p:nvSpPr>
        <p:spPr>
          <a:xfrm>
            <a:off x="0" y="3636963"/>
            <a:ext cx="1166813" cy="3221038"/>
          </a:xfrm>
          <a:custGeom>
            <a:avLst/>
            <a:gdLst>
              <a:gd name="connsiteX0" fmla="*/ 317500 w 800100"/>
              <a:gd name="connsiteY0" fmla="*/ 0 h 1676400"/>
              <a:gd name="connsiteX1" fmla="*/ 0 w 800100"/>
              <a:gd name="connsiteY1" fmla="*/ 419100 h 1676400"/>
              <a:gd name="connsiteX2" fmla="*/ 0 w 800100"/>
              <a:gd name="connsiteY2" fmla="*/ 1676400 h 1676400"/>
              <a:gd name="connsiteX3" fmla="*/ 800100 w 800100"/>
              <a:gd name="connsiteY3" fmla="*/ 1676400 h 1676400"/>
              <a:gd name="connsiteX4" fmla="*/ 317500 w 800100"/>
              <a:gd name="connsiteY4" fmla="*/ 0 h 167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100" h="1676400">
                <a:moveTo>
                  <a:pt x="317500" y="0"/>
                </a:moveTo>
                <a:lnTo>
                  <a:pt x="0" y="419100"/>
                </a:lnTo>
                <a:lnTo>
                  <a:pt x="0" y="1676400"/>
                </a:lnTo>
                <a:lnTo>
                  <a:pt x="800100" y="1676400"/>
                </a:lnTo>
                <a:lnTo>
                  <a:pt x="317500" y="0"/>
                </a:lnTo>
                <a:close/>
              </a:path>
            </a:pathLst>
          </a:custGeom>
          <a:solidFill>
            <a:srgbClr val="E36C64">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任意多边形 7"/>
          <p:cNvSpPr/>
          <p:nvPr/>
        </p:nvSpPr>
        <p:spPr>
          <a:xfrm>
            <a:off x="0" y="3527425"/>
            <a:ext cx="1931988" cy="3330575"/>
          </a:xfrm>
          <a:custGeom>
            <a:avLst/>
            <a:gdLst>
              <a:gd name="connsiteX0" fmla="*/ 0 w 1932106"/>
              <a:gd name="connsiteY0" fmla="*/ 0 h 3331217"/>
              <a:gd name="connsiteX1" fmla="*/ 1932106 w 1932106"/>
              <a:gd name="connsiteY1" fmla="*/ 3331217 h 3331217"/>
              <a:gd name="connsiteX2" fmla="*/ 0 w 1932106"/>
              <a:gd name="connsiteY2" fmla="*/ 3331217 h 3331217"/>
              <a:gd name="connsiteX3" fmla="*/ 0 w 1932106"/>
              <a:gd name="connsiteY3" fmla="*/ 0 h 3331217"/>
            </a:gdLst>
            <a:ahLst/>
            <a:cxnLst>
              <a:cxn ang="0">
                <a:pos x="connsiteX0" y="connsiteY0"/>
              </a:cxn>
              <a:cxn ang="0">
                <a:pos x="connsiteX1" y="connsiteY1"/>
              </a:cxn>
              <a:cxn ang="0">
                <a:pos x="connsiteX2" y="connsiteY2"/>
              </a:cxn>
              <a:cxn ang="0">
                <a:pos x="connsiteX3" y="connsiteY3"/>
              </a:cxn>
            </a:cxnLst>
            <a:rect l="l" t="t" r="r" b="b"/>
            <a:pathLst>
              <a:path w="1932106" h="3331217">
                <a:moveTo>
                  <a:pt x="0" y="0"/>
                </a:moveTo>
                <a:lnTo>
                  <a:pt x="1932106" y="3331217"/>
                </a:lnTo>
                <a:lnTo>
                  <a:pt x="0" y="3331217"/>
                </a:lnTo>
                <a:lnTo>
                  <a:pt x="0" y="0"/>
                </a:lnTo>
                <a:close/>
              </a:path>
            </a:pathLst>
          </a:cu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066800" y="1709738"/>
            <a:ext cx="10280650" cy="2852737"/>
          </a:xfrm>
        </p:spPr>
        <p:txBody>
          <a:bodyPr anchor="b"/>
          <a:lstStyle>
            <a:lvl1pPr>
              <a:defRPr sz="6000" b="1">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文本占位符 2"/>
          <p:cNvSpPr>
            <a:spLocks noGrp="1"/>
          </p:cNvSpPr>
          <p:nvPr>
            <p:ph type="body" idx="1"/>
          </p:nvPr>
        </p:nvSpPr>
        <p:spPr>
          <a:xfrm>
            <a:off x="1066800" y="4589463"/>
            <a:ext cx="102806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smtClean="0"/>
              <a:t>单击此处编辑母版文本样式</a:t>
            </a:r>
            <a:endParaRPr lang="zh-CN" altLang="en-US" strike="noStrike" noProof="1" smtClean="0"/>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27282C"/>
        </a:solidFill>
        <a:effectLst/>
      </p:bgPr>
    </p:bg>
    <p:spTree>
      <p:nvGrpSpPr>
        <p:cNvPr id="1" name=""/>
        <p:cNvGrpSpPr/>
        <p:nvPr/>
      </p:nvGrpSpPr>
      <p:grpSpPr>
        <a:xfrm>
          <a:off x="0" y="0"/>
          <a:ext cx="0" cy="0"/>
          <a:chOff x="0" y="0"/>
          <a:chExt cx="0" cy="0"/>
        </a:xfrm>
      </p:grpSpPr>
      <p:grpSp>
        <p:nvGrpSpPr>
          <p:cNvPr id="4098" name="组合 6"/>
          <p:cNvGrpSpPr/>
          <p:nvPr userDrawn="1"/>
        </p:nvGrpSpPr>
        <p:grpSpPr>
          <a:xfrm>
            <a:off x="0" y="-17462"/>
            <a:ext cx="1162050" cy="1065212"/>
            <a:chOff x="0" y="-17037"/>
            <a:chExt cx="5095525" cy="4666400"/>
          </a:xfrm>
        </p:grpSpPr>
        <p:sp>
          <p:nvSpPr>
            <p:cNvPr id="8" name="任意多边形 7"/>
            <p:cNvSpPr/>
            <p:nvPr/>
          </p:nvSpPr>
          <p:spPr>
            <a:xfrm>
              <a:off x="0" y="-17037"/>
              <a:ext cx="5095525" cy="4666400"/>
            </a:xfrm>
            <a:custGeom>
              <a:avLst/>
              <a:gdLst>
                <a:gd name="connsiteX0" fmla="*/ 0 w 5095525"/>
                <a:gd name="connsiteY0" fmla="*/ 0 h 4666400"/>
                <a:gd name="connsiteX1" fmla="*/ 5095525 w 5095525"/>
                <a:gd name="connsiteY1" fmla="*/ 0 h 4666400"/>
                <a:gd name="connsiteX2" fmla="*/ 2389013 w 5095525"/>
                <a:gd name="connsiteY2" fmla="*/ 4666400 h 4666400"/>
                <a:gd name="connsiteX3" fmla="*/ 0 w 5095525"/>
                <a:gd name="connsiteY3" fmla="*/ 547414 h 4666400"/>
                <a:gd name="connsiteX4" fmla="*/ 0 w 5095525"/>
                <a:gd name="connsiteY4" fmla="*/ 0 h 466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5525" h="4666400">
                  <a:moveTo>
                    <a:pt x="0" y="0"/>
                  </a:moveTo>
                  <a:lnTo>
                    <a:pt x="5095525" y="0"/>
                  </a:lnTo>
                  <a:lnTo>
                    <a:pt x="2389013" y="4666400"/>
                  </a:lnTo>
                  <a:lnTo>
                    <a:pt x="0" y="547414"/>
                  </a:lnTo>
                  <a:lnTo>
                    <a:pt x="0" y="0"/>
                  </a:lnTo>
                  <a:close/>
                </a:path>
              </a:pathLst>
            </a:cu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等腰三角形 8"/>
            <p:cNvSpPr/>
            <p:nvPr/>
          </p:nvSpPr>
          <p:spPr>
            <a:xfrm flipV="1">
              <a:off x="996552" y="1764627"/>
              <a:ext cx="1518490" cy="1309043"/>
            </a:xfrm>
            <a:prstGeom prst="triangle">
              <a:avLst/>
            </a:prstGeom>
            <a:solidFill>
              <a:srgbClr val="16654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任意多边形 9"/>
            <p:cNvSpPr/>
            <p:nvPr/>
          </p:nvSpPr>
          <p:spPr>
            <a:xfrm>
              <a:off x="0" y="439770"/>
              <a:ext cx="2754101" cy="3300541"/>
            </a:xfrm>
            <a:custGeom>
              <a:avLst/>
              <a:gdLst>
                <a:gd name="connsiteX0" fmla="*/ 0 w 2754101"/>
                <a:gd name="connsiteY0" fmla="*/ 0 h 3300541"/>
                <a:gd name="connsiteX1" fmla="*/ 2754101 w 2754101"/>
                <a:gd name="connsiteY1" fmla="*/ 0 h 3300541"/>
                <a:gd name="connsiteX2" fmla="*/ 839788 w 2754101"/>
                <a:gd name="connsiteY2" fmla="*/ 3300541 h 3300541"/>
                <a:gd name="connsiteX3" fmla="*/ 0 w 2754101"/>
                <a:gd name="connsiteY3" fmla="*/ 1852631 h 3300541"/>
                <a:gd name="connsiteX4" fmla="*/ 0 w 2754101"/>
                <a:gd name="connsiteY4" fmla="*/ 0 h 3300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4101" h="3300541">
                  <a:moveTo>
                    <a:pt x="0" y="0"/>
                  </a:moveTo>
                  <a:lnTo>
                    <a:pt x="2754101" y="0"/>
                  </a:lnTo>
                  <a:lnTo>
                    <a:pt x="839788" y="3300541"/>
                  </a:lnTo>
                  <a:lnTo>
                    <a:pt x="0" y="1852631"/>
                  </a:lnTo>
                  <a:lnTo>
                    <a:pt x="0" y="0"/>
                  </a:lnTo>
                  <a:close/>
                </a:path>
              </a:pathLst>
            </a:custGeom>
            <a:solidFill>
              <a:srgbClr val="16654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defRPr>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11"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82C"/>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2A8D2A4B-6B55-4738-B7E3-8F0F6C09A17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webp"/><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webp"/></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jpe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3.jpeg"/><Relationship Id="rId1"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3438525" y="1445895"/>
            <a:ext cx="8558530" cy="3298190"/>
          </a:xfrm>
        </p:spPr>
        <p:txBody>
          <a:bodyPr vert="horz" lIns="91440" tIns="45720" rIns="91440" bIns="45720" rtlCol="0" anchor="b">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en-US" sz="8000" b="1" i="0" u="none" strike="noStrike" kern="1200" cap="none" spc="300" normalizeH="0" baseline="0" noProof="0" dirty="0" smtClean="0">
                <a:ln>
                  <a:noFill/>
                </a:ln>
                <a:solidFill>
                  <a:schemeClr val="bg1"/>
                </a:solidFill>
                <a:effectLst/>
                <a:uLnTx/>
                <a:uFillTx/>
                <a:latin typeface="Arial" panose="020B0604020202020204" pitchFamily="34" charset="0"/>
                <a:ea typeface="+mj-ea"/>
                <a:cs typeface="Arial" panose="020B0604020202020204" pitchFamily="34" charset="0"/>
              </a:rPr>
              <a:t>Steganografija i LSB skrivanje poruka u slikama</a:t>
            </a:r>
            <a:endParaRPr kumimoji="0" lang="en-US" altLang="en-US" sz="8000" b="1" i="0" u="none" strike="noStrike" kern="1200" cap="none" spc="300" normalizeH="0" baseline="0" noProof="0" dirty="0" smtClean="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7170" name="副标题 2"/>
          <p:cNvSpPr>
            <a:spLocks noGrp="1"/>
          </p:cNvSpPr>
          <p:nvPr>
            <p:ph type="subTitle" idx="1"/>
          </p:nvPr>
        </p:nvSpPr>
        <p:spPr>
          <a:xfrm>
            <a:off x="10079990" y="4878070"/>
            <a:ext cx="1425575" cy="618490"/>
          </a:xfrm>
        </p:spPr>
        <p:txBody>
          <a:bodyPr wrap="square" lIns="91440" tIns="45720" rIns="91440" bIns="45720" anchor="t" anchorCtr="0"/>
          <a:p>
            <a:pPr defTabSz="914400">
              <a:buClrTx/>
              <a:buSzTx/>
            </a:pPr>
            <a:r>
              <a:rPr lang="sr-Latn-RS" altLang="zh-CN" kern="1200" dirty="0">
                <a:latin typeface="+mn-lt"/>
                <a:ea typeface="Arial" panose="020B0604020202020204" pitchFamily="34" charset="0"/>
                <a:cs typeface="+mn-cs"/>
              </a:rPr>
              <a:t>Tim 17</a:t>
            </a:r>
            <a:endParaRPr lang="sr-Latn-RS" altLang="zh-CN" kern="1200" dirty="0">
              <a:latin typeface="+mn-lt"/>
              <a:ea typeface="Arial" panose="020B0604020202020204" pitchFamily="34" charset="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en-US" dirty="0">
                <a:sym typeface="+mn-ea"/>
              </a:rPr>
              <a:t>Šta je steganografija?</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9" name="矩形 8"/>
          <p:cNvSpPr/>
          <p:nvPr/>
        </p:nvSpPr>
        <p:spPr>
          <a:xfrm>
            <a:off x="8197850" y="1808480"/>
            <a:ext cx="3894455" cy="4655185"/>
          </a:xfrm>
          <a:prstGeom prst="rect">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223" name="矩形 9"/>
          <p:cNvSpPr/>
          <p:nvPr/>
        </p:nvSpPr>
        <p:spPr>
          <a:xfrm>
            <a:off x="8197850" y="1911985"/>
            <a:ext cx="3894455" cy="4551680"/>
          </a:xfrm>
          <a:prstGeom prst="rect">
            <a:avLst/>
          </a:prstGeom>
          <a:noFill/>
          <a:ln w="9525">
            <a:noFill/>
          </a:ln>
        </p:spPr>
        <p:txBody>
          <a:bodyPr wrap="square" anchor="t" anchorCtr="0">
            <a:noAutofit/>
          </a:bodyPr>
          <a:p>
            <a:pPr marL="342900" indent="-342900" algn="just">
              <a:buFont typeface="Wingdings" panose="05000000000000000000" charset="0"/>
              <a:buChar char="v"/>
            </a:pPr>
            <a:r>
              <a:rPr lang="en-US" altLang="en-US" sz="2000" dirty="0">
                <a:solidFill>
                  <a:schemeClr val="bg1"/>
                </a:solidFill>
                <a:latin typeface="Calibri" panose="020F0502020204030204" pitchFamily="34" charset="0"/>
                <a:ea typeface="Microsoft YaHei Light" panose="020B0502040204020203" pitchFamily="34" charset="-122"/>
              </a:rPr>
              <a:t>Steganografija je tehnika skrivanja poruke unutar drugog digitalnog sadr</a:t>
            </a:r>
            <a:r>
              <a:rPr lang="en-US" altLang="en-US" sz="2000" dirty="0">
                <a:solidFill>
                  <a:schemeClr val="bg1"/>
                </a:solidFill>
                <a:latin typeface="Calibri" panose="020F0502020204030204" pitchFamily="34" charset="0"/>
                <a:ea typeface="Microsoft YaHei Light" panose="020B0502040204020203" pitchFamily="34" charset="-122"/>
              </a:rPr>
              <a:t>ž</a:t>
            </a:r>
            <a:r>
              <a:rPr lang="en-US" altLang="en-US" sz="2000" dirty="0">
                <a:solidFill>
                  <a:schemeClr val="bg1"/>
                </a:solidFill>
                <a:latin typeface="Calibri" panose="020F0502020204030204" pitchFamily="34" charset="0"/>
                <a:ea typeface="Microsoft YaHei Light" panose="020B0502040204020203" pitchFamily="34" charset="-122"/>
              </a:rPr>
              <a:t>aja.</a:t>
            </a: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r>
              <a:rPr lang="en-US" altLang="en-US" sz="2000" dirty="0">
                <a:solidFill>
                  <a:schemeClr val="bg1"/>
                </a:solidFill>
                <a:latin typeface="Calibri" panose="020F0502020204030204" pitchFamily="34" charset="0"/>
                <a:ea typeface="Microsoft YaHei Light" panose="020B0502040204020203" pitchFamily="34" charset="-122"/>
              </a:rPr>
              <a:t>Cilj nije samo za</a:t>
            </a:r>
            <a:r>
              <a:rPr lang="en-US" altLang="en-US" sz="2000" dirty="0">
                <a:solidFill>
                  <a:schemeClr val="bg1"/>
                </a:solidFill>
                <a:latin typeface="Calibri" panose="020F0502020204030204" pitchFamily="34" charset="0"/>
                <a:ea typeface="Microsoft YaHei Light" panose="020B0502040204020203" pitchFamily="34" charset="-122"/>
              </a:rPr>
              <a:t>š</a:t>
            </a:r>
            <a:r>
              <a:rPr lang="en-US" altLang="en-US" sz="2000" dirty="0">
                <a:solidFill>
                  <a:schemeClr val="bg1"/>
                </a:solidFill>
                <a:latin typeface="Calibri" panose="020F0502020204030204" pitchFamily="34" charset="0"/>
                <a:ea typeface="Microsoft YaHei Light" panose="020B0502040204020203" pitchFamily="34" charset="-122"/>
              </a:rPr>
              <a:t>tita sadr</a:t>
            </a:r>
            <a:r>
              <a:rPr lang="en-US" altLang="en-US" sz="2000" dirty="0">
                <a:solidFill>
                  <a:schemeClr val="bg1"/>
                </a:solidFill>
                <a:latin typeface="Calibri" panose="020F0502020204030204" pitchFamily="34" charset="0"/>
                <a:ea typeface="Microsoft YaHei Light" panose="020B0502040204020203" pitchFamily="34" charset="-122"/>
              </a:rPr>
              <a:t>ž</a:t>
            </a:r>
            <a:r>
              <a:rPr lang="en-US" altLang="en-US" sz="2000" dirty="0">
                <a:solidFill>
                  <a:schemeClr val="bg1"/>
                </a:solidFill>
                <a:latin typeface="Calibri" panose="020F0502020204030204" pitchFamily="34" charset="0"/>
                <a:ea typeface="Microsoft YaHei Light" panose="020B0502040204020203" pitchFamily="34" charset="-122"/>
              </a:rPr>
              <a:t>aja poruke, ve</a:t>
            </a:r>
            <a:r>
              <a:rPr lang="en-US" altLang="en-US" sz="2000" dirty="0">
                <a:solidFill>
                  <a:schemeClr val="bg1"/>
                </a:solidFill>
                <a:latin typeface="Calibri" panose="020F0502020204030204" pitchFamily="34" charset="0"/>
                <a:ea typeface="Microsoft YaHei Light" panose="020B0502040204020203" pitchFamily="34" charset="-122"/>
              </a:rPr>
              <a:t>ć </a:t>
            </a:r>
            <a:r>
              <a:rPr lang="en-US" altLang="en-US" sz="2000" dirty="0">
                <a:solidFill>
                  <a:schemeClr val="bg1"/>
                </a:solidFill>
                <a:latin typeface="Calibri" panose="020F0502020204030204" pitchFamily="34" charset="0"/>
                <a:ea typeface="Microsoft YaHei Light" panose="020B0502040204020203" pitchFamily="34" charset="-122"/>
              </a:rPr>
              <a:t>i skrivanje njenog postojanja.</a:t>
            </a: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r>
              <a:rPr lang="en-US" altLang="en-US" sz="2000" dirty="0">
                <a:solidFill>
                  <a:schemeClr val="bg1"/>
                </a:solidFill>
                <a:latin typeface="Calibri" panose="020F0502020204030204" pitchFamily="34" charset="0"/>
                <a:ea typeface="Microsoft YaHei Light" panose="020B0502040204020203" pitchFamily="34" charset="-122"/>
              </a:rPr>
              <a:t>Poruka mo</a:t>
            </a:r>
            <a:r>
              <a:rPr lang="en-US" altLang="en-US" sz="2000" dirty="0">
                <a:solidFill>
                  <a:schemeClr val="bg1"/>
                </a:solidFill>
                <a:latin typeface="Calibri" panose="020F0502020204030204" pitchFamily="34" charset="0"/>
                <a:ea typeface="Microsoft YaHei Light" panose="020B0502040204020203" pitchFamily="34" charset="-122"/>
              </a:rPr>
              <a:t>ž</a:t>
            </a:r>
            <a:r>
              <a:rPr lang="en-US" altLang="en-US" sz="2000" dirty="0">
                <a:solidFill>
                  <a:schemeClr val="bg1"/>
                </a:solidFill>
                <a:latin typeface="Calibri" panose="020F0502020204030204" pitchFamily="34" charset="0"/>
                <a:ea typeface="Microsoft YaHei Light" panose="020B0502040204020203" pitchFamily="34" charset="-122"/>
              </a:rPr>
              <a:t>e biti sakrivena u slici, zvuku, videu ili drugom fajlu.</a:t>
            </a: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r>
              <a:rPr lang="en-US" altLang="en-US" sz="2000" dirty="0">
                <a:solidFill>
                  <a:schemeClr val="bg1"/>
                </a:solidFill>
                <a:latin typeface="Calibri" panose="020F0502020204030204" pitchFamily="34" charset="0"/>
                <a:ea typeface="Microsoft YaHei Light" panose="020B0502040204020203" pitchFamily="34" charset="-122"/>
              </a:rPr>
              <a:t>Rezultat je stego fajl, koji izgleda isto ili skoro isto kao original.</a:t>
            </a:r>
            <a:endParaRPr lang="en-US" altLang="en-US" sz="2000" dirty="0">
              <a:solidFill>
                <a:schemeClr val="bg1"/>
              </a:solidFill>
              <a:latin typeface="Calibri" panose="020F0502020204030204" pitchFamily="34" charset="0"/>
              <a:ea typeface="Microsoft YaHei Light" panose="020B0502040204020203" pitchFamily="34" charset="-122"/>
            </a:endParaRPr>
          </a:p>
        </p:txBody>
      </p:sp>
      <p:pic>
        <p:nvPicPr>
          <p:cNvPr id="9235" name="图片 37" descr="C:/Users/nikol/Downloads/steganography-1.jpgsteganography-1"/>
          <p:cNvPicPr>
            <a:picLocks noChangeAspect="1"/>
          </p:cNvPicPr>
          <p:nvPr/>
        </p:nvPicPr>
        <p:blipFill>
          <a:blip r:embed="rId1"/>
          <a:srcRect l="10284" r="10284"/>
          <a:stretch>
            <a:fillRect/>
          </a:stretch>
        </p:blipFill>
        <p:spPr>
          <a:xfrm>
            <a:off x="840105" y="1808480"/>
            <a:ext cx="7148195" cy="465518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en-US" sz="4400" b="0" i="0" u="none" strike="noStrike" kern="1200" cap="none" spc="0" normalizeH="0" baseline="0" noProof="0" dirty="0">
                <a:ln>
                  <a:noFill/>
                </a:ln>
                <a:solidFill>
                  <a:schemeClr val="bg1"/>
                </a:solidFill>
                <a:effectLst/>
                <a:uLnTx/>
                <a:uFillTx/>
                <a:latin typeface="+mj-lt"/>
                <a:ea typeface="+mj-ea"/>
                <a:cs typeface="+mj-cs"/>
              </a:rPr>
              <a:t>Gde se koristi steganografija?</a:t>
            </a:r>
            <a:endParaRPr kumimoji="0" lang="en-US" altLang="en-US" sz="4400" b="0" i="0" u="none" strike="noStrike" kern="1200" cap="none" spc="0" normalizeH="0" baseline="0" noProof="0" dirty="0">
              <a:ln>
                <a:noFill/>
              </a:ln>
              <a:solidFill>
                <a:schemeClr val="bg1"/>
              </a:solidFill>
              <a:effectLst/>
              <a:uLnTx/>
              <a:uFillTx/>
              <a:latin typeface="+mj-lt"/>
              <a:ea typeface="+mj-ea"/>
              <a:cs typeface="+mj-cs"/>
            </a:endParaRPr>
          </a:p>
        </p:txBody>
      </p:sp>
      <p:pic>
        <p:nvPicPr>
          <p:cNvPr id="12290" name="图片 2" descr="C:/Users/nikol/Downloads/Flowchart_ENG.pngFlowchart_ENG"/>
          <p:cNvPicPr>
            <a:picLocks noChangeAspect="1"/>
          </p:cNvPicPr>
          <p:nvPr/>
        </p:nvPicPr>
        <p:blipFill>
          <a:blip r:embed="rId1"/>
          <a:srcRect t="165" b="165"/>
          <a:stretch>
            <a:fillRect/>
          </a:stretch>
        </p:blipFill>
        <p:spPr>
          <a:xfrm>
            <a:off x="840105" y="1809750"/>
            <a:ext cx="3705860" cy="4402455"/>
          </a:xfrm>
          <a:prstGeom prst="rect">
            <a:avLst/>
          </a:prstGeom>
          <a:noFill/>
          <a:ln w="9525">
            <a:noFill/>
          </a:ln>
        </p:spPr>
      </p:pic>
      <p:sp>
        <p:nvSpPr>
          <p:cNvPr id="5" name="矩形 4"/>
          <p:cNvSpPr/>
          <p:nvPr/>
        </p:nvSpPr>
        <p:spPr>
          <a:xfrm>
            <a:off x="4768850" y="1822450"/>
            <a:ext cx="2456180" cy="4401185"/>
          </a:xfrm>
          <a:prstGeom prst="rect">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12293" name="图片 6" descr="C:/Users/nikol/Downloads/Cyberattack-Steganography.pngCyberattack-Steganography"/>
          <p:cNvPicPr>
            <a:picLocks noChangeAspect="1"/>
          </p:cNvPicPr>
          <p:nvPr/>
        </p:nvPicPr>
        <p:blipFill>
          <a:blip r:embed="rId2"/>
          <a:srcRect t="4749" b="4749"/>
          <a:stretch>
            <a:fillRect/>
          </a:stretch>
        </p:blipFill>
        <p:spPr>
          <a:xfrm>
            <a:off x="7433945" y="1822450"/>
            <a:ext cx="4580890" cy="2397760"/>
          </a:xfrm>
          <a:prstGeom prst="rect">
            <a:avLst/>
          </a:prstGeom>
          <a:noFill/>
          <a:ln w="9525">
            <a:noFill/>
          </a:ln>
        </p:spPr>
      </p:pic>
      <p:sp>
        <p:nvSpPr>
          <p:cNvPr id="9" name="矩形 8"/>
          <p:cNvSpPr/>
          <p:nvPr/>
        </p:nvSpPr>
        <p:spPr>
          <a:xfrm>
            <a:off x="7447915" y="4351655"/>
            <a:ext cx="4562475" cy="1860550"/>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2296" name="矩形 9"/>
          <p:cNvSpPr/>
          <p:nvPr/>
        </p:nvSpPr>
        <p:spPr>
          <a:xfrm>
            <a:off x="4754563" y="1822133"/>
            <a:ext cx="2470150" cy="4246245"/>
          </a:xfrm>
          <a:prstGeom prst="rect">
            <a:avLst/>
          </a:prstGeom>
          <a:noFill/>
          <a:ln w="9525">
            <a:noFill/>
          </a:ln>
        </p:spPr>
        <p:txBody>
          <a:bodyPr anchor="t" anchorCtr="0">
            <a:spAutoFit/>
          </a:bodyPr>
          <a:p>
            <a:pPr marL="285750" indent="-285750" algn="l">
              <a:buFont typeface="Wingdings" panose="05000000000000000000" charset="0"/>
              <a:buChar char="v"/>
            </a:pPr>
            <a:r>
              <a:rPr lang="en-US" altLang="en-US" sz="1800" dirty="0">
                <a:solidFill>
                  <a:schemeClr val="bg1"/>
                </a:solidFill>
                <a:latin typeface="Calibri" panose="020F0502020204030204" pitchFamily="34" charset="0"/>
                <a:ea typeface="Arial" panose="020B0604020202020204" pitchFamily="34" charset="0"/>
              </a:rPr>
              <a:t>Za skrivenu komunikaciju</a:t>
            </a: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r>
              <a:rPr lang="en-US" altLang="en-US" sz="1800" dirty="0">
                <a:solidFill>
                  <a:schemeClr val="bg1"/>
                </a:solidFill>
                <a:latin typeface="Calibri" panose="020F0502020204030204" pitchFamily="34" charset="0"/>
                <a:ea typeface="Arial" panose="020B0604020202020204" pitchFamily="34" charset="0"/>
              </a:rPr>
              <a:t>Za digitalni watermarking i za</a:t>
            </a:r>
            <a:r>
              <a:rPr lang="en-US" altLang="en-US" sz="1800" dirty="0">
                <a:solidFill>
                  <a:schemeClr val="bg1"/>
                </a:solidFill>
                <a:latin typeface="Calibri" panose="020F0502020204030204" pitchFamily="34" charset="0"/>
                <a:ea typeface="Arial" panose="020B0604020202020204" pitchFamily="34" charset="0"/>
              </a:rPr>
              <a:t>š</a:t>
            </a:r>
            <a:r>
              <a:rPr lang="en-US" altLang="en-US" sz="1800" dirty="0">
                <a:solidFill>
                  <a:schemeClr val="bg1"/>
                </a:solidFill>
                <a:latin typeface="Calibri" panose="020F0502020204030204" pitchFamily="34" charset="0"/>
                <a:ea typeface="Arial" panose="020B0604020202020204" pitchFamily="34" charset="0"/>
              </a:rPr>
              <a:t>titu autorskih prava</a:t>
            </a: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r>
              <a:rPr lang="en-US" altLang="en-US" sz="1800" dirty="0">
                <a:solidFill>
                  <a:schemeClr val="bg1"/>
                </a:solidFill>
                <a:latin typeface="Calibri" panose="020F0502020204030204" pitchFamily="34" charset="0"/>
                <a:ea typeface="Arial" panose="020B0604020202020204" pitchFamily="34" charset="0"/>
              </a:rPr>
              <a:t>U bezbednosnim i forenzi</a:t>
            </a:r>
            <a:r>
              <a:rPr lang="en-US" altLang="en-US" sz="1800" dirty="0">
                <a:solidFill>
                  <a:schemeClr val="bg1"/>
                </a:solidFill>
                <a:latin typeface="Calibri" panose="020F0502020204030204" pitchFamily="34" charset="0"/>
                <a:ea typeface="Arial" panose="020B0604020202020204" pitchFamily="34" charset="0"/>
              </a:rPr>
              <a:t>č</a:t>
            </a:r>
            <a:r>
              <a:rPr lang="en-US" altLang="en-US" sz="1800" dirty="0">
                <a:solidFill>
                  <a:schemeClr val="bg1"/>
                </a:solidFill>
                <a:latin typeface="Calibri" panose="020F0502020204030204" pitchFamily="34" charset="0"/>
                <a:ea typeface="Arial" panose="020B0604020202020204" pitchFamily="34" charset="0"/>
              </a:rPr>
              <a:t>kim sistemima</a:t>
            </a: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endParaRPr lang="en-US" altLang="en-US" sz="1800" dirty="0">
              <a:solidFill>
                <a:schemeClr val="bg1"/>
              </a:solidFill>
              <a:latin typeface="Calibri" panose="020F0502020204030204" pitchFamily="34" charset="0"/>
              <a:ea typeface="Arial" panose="020B0604020202020204" pitchFamily="34" charset="0"/>
            </a:endParaRPr>
          </a:p>
          <a:p>
            <a:pPr marL="285750" indent="-285750" algn="l">
              <a:buFont typeface="Wingdings" panose="05000000000000000000" charset="0"/>
              <a:buChar char="v"/>
            </a:pPr>
            <a:r>
              <a:rPr lang="en-US" altLang="en-US" sz="1800" dirty="0">
                <a:solidFill>
                  <a:schemeClr val="bg1"/>
                </a:solidFill>
                <a:latin typeface="Calibri" panose="020F0502020204030204" pitchFamily="34" charset="0"/>
                <a:ea typeface="Arial" panose="020B0604020202020204" pitchFamily="34" charset="0"/>
              </a:rPr>
              <a:t>U istra</a:t>
            </a:r>
            <a:r>
              <a:rPr lang="en-US" altLang="en-US" sz="1800" dirty="0">
                <a:solidFill>
                  <a:schemeClr val="bg1"/>
                </a:solidFill>
                <a:latin typeface="Calibri" panose="020F0502020204030204" pitchFamily="34" charset="0"/>
                <a:ea typeface="Arial" panose="020B0604020202020204" pitchFamily="34" charset="0"/>
              </a:rPr>
              <a:t>ž</a:t>
            </a:r>
            <a:r>
              <a:rPr lang="en-US" altLang="en-US" sz="1800" dirty="0">
                <a:solidFill>
                  <a:schemeClr val="bg1"/>
                </a:solidFill>
                <a:latin typeface="Calibri" panose="020F0502020204030204" pitchFamily="34" charset="0"/>
                <a:ea typeface="Arial" panose="020B0604020202020204" pitchFamily="34" charset="0"/>
              </a:rPr>
              <a:t>ivanju bezbednosti i analizi ranjivosti</a:t>
            </a:r>
            <a:endParaRPr lang="en-US" altLang="en-US" sz="1800" dirty="0">
              <a:solidFill>
                <a:schemeClr val="bg1"/>
              </a:solidFill>
              <a:latin typeface="Calibri" panose="020F0502020204030204" pitchFamily="34" charset="0"/>
              <a:ea typeface="Arial" panose="020B0604020202020204" pitchFamily="34" charset="0"/>
            </a:endParaRPr>
          </a:p>
        </p:txBody>
      </p:sp>
      <p:sp>
        <p:nvSpPr>
          <p:cNvPr id="12297" name="矩形 10"/>
          <p:cNvSpPr/>
          <p:nvPr/>
        </p:nvSpPr>
        <p:spPr>
          <a:xfrm>
            <a:off x="7447915" y="4352290"/>
            <a:ext cx="4560570" cy="1871345"/>
          </a:xfrm>
          <a:prstGeom prst="rect">
            <a:avLst/>
          </a:prstGeom>
          <a:noFill/>
          <a:ln w="9525">
            <a:noFill/>
          </a:ln>
        </p:spPr>
        <p:txBody>
          <a:bodyPr wrap="square" anchor="ctr" anchorCtr="0">
            <a:noAutofit/>
          </a:bodyPr>
          <a:p>
            <a:pPr algn="ctr">
              <a:buFont typeface="Wingdings" panose="05000000000000000000" charset="0"/>
            </a:pPr>
            <a:r>
              <a:rPr lang="en-US" altLang="en-US" sz="2400" dirty="0">
                <a:solidFill>
                  <a:schemeClr val="bg1"/>
                </a:solidFill>
                <a:ea typeface="Arial" panose="020B0604020202020204" pitchFamily="34" charset="0"/>
                <a:sym typeface="+mn-ea"/>
              </a:rPr>
              <a:t>Može se koristiti i legitimno i zloupotrebiti</a:t>
            </a:r>
            <a:endParaRPr lang="en-US" altLang="en-US" sz="2400" dirty="0">
              <a:solidFill>
                <a:schemeClr val="bg1"/>
              </a:solidFill>
              <a:latin typeface="Calibri" panose="020F0502020204030204" pitchFamily="34" charset="0"/>
              <a:ea typeface="Arial" panose="020B0604020202020204" pitchFamily="3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en-US" sz="4400" b="0" i="0" u="none" strike="noStrike" kern="1200" cap="none" spc="0" normalizeH="0" baseline="0" noProof="0" dirty="0">
                <a:ln>
                  <a:noFill/>
                </a:ln>
                <a:solidFill>
                  <a:schemeClr val="bg1"/>
                </a:solidFill>
                <a:effectLst/>
                <a:uLnTx/>
                <a:uFillTx/>
                <a:latin typeface="+mj-lt"/>
                <a:ea typeface="+mj-ea"/>
                <a:cs typeface="+mj-cs"/>
              </a:rPr>
              <a:t>Osnovna ideja steganografije</a:t>
            </a:r>
            <a:endParaRPr kumimoji="0" lang="en-US"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5" name="圆角矩形 4"/>
          <p:cNvSpPr>
            <a:spLocks noChangeAspect="1"/>
          </p:cNvSpPr>
          <p:nvPr/>
        </p:nvSpPr>
        <p:spPr>
          <a:xfrm>
            <a:off x="10431145" y="4706620"/>
            <a:ext cx="1079500" cy="1079500"/>
          </a:xfrm>
          <a:prstGeom prst="roundRect">
            <a:avLst>
              <a:gd name="adj" fmla="val 31317"/>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0" name="圆角矩形 19"/>
          <p:cNvSpPr>
            <a:spLocks noChangeAspect="1"/>
          </p:cNvSpPr>
          <p:nvPr/>
        </p:nvSpPr>
        <p:spPr>
          <a:xfrm>
            <a:off x="8119745" y="4706620"/>
            <a:ext cx="1079500" cy="1079500"/>
          </a:xfrm>
          <a:prstGeom prst="roundRect">
            <a:avLst>
              <a:gd name="adj" fmla="val 31317"/>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6" name="圆角矩形 25"/>
          <p:cNvSpPr>
            <a:spLocks noChangeAspect="1"/>
          </p:cNvSpPr>
          <p:nvPr/>
        </p:nvSpPr>
        <p:spPr>
          <a:xfrm>
            <a:off x="5809933" y="4706620"/>
            <a:ext cx="1079500" cy="1079500"/>
          </a:xfrm>
          <a:prstGeom prst="roundRect">
            <a:avLst>
              <a:gd name="adj" fmla="val 31317"/>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7420" name="矩形 36"/>
          <p:cNvSpPr/>
          <p:nvPr/>
        </p:nvSpPr>
        <p:spPr>
          <a:xfrm>
            <a:off x="5866765" y="5836920"/>
            <a:ext cx="958215" cy="337185"/>
          </a:xfrm>
          <a:prstGeom prst="rect">
            <a:avLst/>
          </a:prstGeom>
          <a:noFill/>
          <a:ln w="9525">
            <a:noFill/>
          </a:ln>
        </p:spPr>
        <p:txBody>
          <a:bodyPr wrap="none" anchor="t" anchorCtr="0">
            <a:spAutoFit/>
          </a:bodyPr>
          <a:p>
            <a:r>
              <a:rPr lang="sr-Latn-RS" altLang="en-US" sz="1600" dirty="0">
                <a:solidFill>
                  <a:schemeClr val="bg1"/>
                </a:solidFill>
                <a:latin typeface="Calibri Light" panose="020F0302020204030204" pitchFamily="34" charset="0"/>
                <a:ea typeface="Microsoft YaHei Light" panose="020B0502040204020203" pitchFamily="34" charset="-122"/>
              </a:rPr>
              <a:t>CAPACITY</a:t>
            </a:r>
            <a:endParaRPr lang="sr-Latn-RS" altLang="en-US" sz="1600" dirty="0">
              <a:solidFill>
                <a:schemeClr val="bg1"/>
              </a:solidFill>
              <a:latin typeface="Calibri Light" panose="020F0302020204030204" pitchFamily="34" charset="0"/>
              <a:ea typeface="Microsoft YaHei Light" panose="020B0502040204020203" pitchFamily="34" charset="-122"/>
            </a:endParaRPr>
          </a:p>
        </p:txBody>
      </p:sp>
      <p:sp>
        <p:nvSpPr>
          <p:cNvPr id="17421" name="矩形 37"/>
          <p:cNvSpPr/>
          <p:nvPr/>
        </p:nvSpPr>
        <p:spPr>
          <a:xfrm>
            <a:off x="8179118" y="5831205"/>
            <a:ext cx="960120" cy="337185"/>
          </a:xfrm>
          <a:prstGeom prst="rect">
            <a:avLst/>
          </a:prstGeom>
          <a:noFill/>
          <a:ln w="9525">
            <a:noFill/>
          </a:ln>
        </p:spPr>
        <p:txBody>
          <a:bodyPr wrap="none" anchor="t" anchorCtr="0">
            <a:spAutoFit/>
          </a:bodyPr>
          <a:p>
            <a:r>
              <a:rPr lang="sr-Latn-RS" altLang="en-US" sz="1600" dirty="0">
                <a:solidFill>
                  <a:schemeClr val="bg1"/>
                </a:solidFill>
                <a:latin typeface="Calibri Light" panose="020F0302020204030204" pitchFamily="34" charset="0"/>
                <a:ea typeface="Microsoft YaHei Light" panose="020B0502040204020203" pitchFamily="34" charset="-122"/>
              </a:rPr>
              <a:t>SECURITY</a:t>
            </a:r>
            <a:endParaRPr lang="sr-Latn-RS" altLang="en-US" sz="1600" dirty="0">
              <a:solidFill>
                <a:schemeClr val="bg1"/>
              </a:solidFill>
              <a:latin typeface="Calibri Light" panose="020F0302020204030204" pitchFamily="34" charset="0"/>
              <a:ea typeface="Microsoft YaHei Light" panose="020B0502040204020203" pitchFamily="34" charset="-122"/>
            </a:endParaRPr>
          </a:p>
        </p:txBody>
      </p:sp>
      <p:sp>
        <p:nvSpPr>
          <p:cNvPr id="17422" name="矩形 38"/>
          <p:cNvSpPr/>
          <p:nvPr/>
        </p:nvSpPr>
        <p:spPr>
          <a:xfrm>
            <a:off x="10343833" y="5835015"/>
            <a:ext cx="1257935" cy="337185"/>
          </a:xfrm>
          <a:prstGeom prst="rect">
            <a:avLst/>
          </a:prstGeom>
          <a:noFill/>
          <a:ln w="9525">
            <a:noFill/>
          </a:ln>
        </p:spPr>
        <p:txBody>
          <a:bodyPr wrap="none" anchor="t" anchorCtr="0">
            <a:spAutoFit/>
          </a:bodyPr>
          <a:p>
            <a:r>
              <a:rPr lang="sr-Latn-RS" altLang="en-US" sz="1600" dirty="0">
                <a:solidFill>
                  <a:schemeClr val="bg1"/>
                </a:solidFill>
                <a:latin typeface="Calibri Light" panose="020F0302020204030204" pitchFamily="34" charset="0"/>
                <a:ea typeface="Microsoft YaHei Light" panose="020B0502040204020203" pitchFamily="34" charset="-122"/>
              </a:rPr>
              <a:t>ROBUSTNESS</a:t>
            </a:r>
            <a:endParaRPr lang="sr-Latn-RS" altLang="en-US" sz="1600" dirty="0">
              <a:solidFill>
                <a:schemeClr val="bg1"/>
              </a:solidFill>
              <a:latin typeface="Calibri Light" panose="020F0302020204030204" pitchFamily="34" charset="0"/>
              <a:ea typeface="Microsoft YaHei Light" panose="020B0502040204020203" pitchFamily="34" charset="-122"/>
            </a:endParaRPr>
          </a:p>
        </p:txBody>
      </p:sp>
      <p:sp>
        <p:nvSpPr>
          <p:cNvPr id="17424" name="矩形 40"/>
          <p:cNvSpPr/>
          <p:nvPr/>
        </p:nvSpPr>
        <p:spPr>
          <a:xfrm>
            <a:off x="838200" y="1792605"/>
            <a:ext cx="11044555" cy="1568450"/>
          </a:xfrm>
          <a:prstGeom prst="rect">
            <a:avLst/>
          </a:prstGeom>
          <a:noFill/>
          <a:ln w="9525">
            <a:noFill/>
          </a:ln>
        </p:spPr>
        <p:txBody>
          <a:bodyPr wrap="square" anchor="t" anchorCtr="0">
            <a:spAutoFit/>
          </a:bodyPr>
          <a:p>
            <a:pPr marL="457200" indent="-457200">
              <a:buFont typeface="Wingdings" panose="05000000000000000000" charset="0"/>
              <a:buChar char="Ø"/>
            </a:pPr>
            <a:r>
              <a:rPr lang="en-US" altLang="en-US" sz="2400" dirty="0">
                <a:solidFill>
                  <a:schemeClr val="bg1"/>
                </a:solidFill>
                <a:latin typeface="Calibri" panose="020F0502020204030204" pitchFamily="34" charset="0"/>
                <a:ea typeface="Arial" panose="020B0604020202020204" pitchFamily="34" charset="0"/>
              </a:rPr>
              <a:t>Cover image </a:t>
            </a:r>
            <a:r>
              <a:rPr lang="sr-Latn-RS" altLang="en-US" sz="2400" dirty="0">
                <a:solidFill>
                  <a:schemeClr val="bg1"/>
                </a:solidFill>
                <a:latin typeface="Calibri" panose="020F0502020204030204" pitchFamily="34" charset="0"/>
                <a:ea typeface="Arial" panose="020B0604020202020204" pitchFamily="34" charset="0"/>
              </a:rPr>
              <a:t>-</a:t>
            </a:r>
            <a:r>
              <a:rPr lang="en-US" altLang="en-US" sz="2400" dirty="0">
                <a:solidFill>
                  <a:schemeClr val="bg1"/>
                </a:solidFill>
                <a:latin typeface="Calibri" panose="020F0502020204030204" pitchFamily="34" charset="0"/>
                <a:ea typeface="Arial" panose="020B0604020202020204" pitchFamily="34" charset="0"/>
              </a:rPr>
              <a:t> originalna slika koja slu</a:t>
            </a:r>
            <a:r>
              <a:rPr lang="en-US" altLang="en-US" sz="2400" dirty="0">
                <a:solidFill>
                  <a:schemeClr val="bg1"/>
                </a:solidFill>
                <a:latin typeface="Calibri" panose="020F0502020204030204" pitchFamily="34" charset="0"/>
                <a:ea typeface="Arial" panose="020B0604020202020204" pitchFamily="34" charset="0"/>
              </a:rPr>
              <a:t>ž</a:t>
            </a:r>
            <a:r>
              <a:rPr lang="en-US" altLang="en-US" sz="2400" dirty="0">
                <a:solidFill>
                  <a:schemeClr val="bg1"/>
                </a:solidFill>
                <a:latin typeface="Calibri" panose="020F0502020204030204" pitchFamily="34" charset="0"/>
                <a:ea typeface="Arial" panose="020B0604020202020204" pitchFamily="34" charset="0"/>
              </a:rPr>
              <a:t>i kao nosa</a:t>
            </a:r>
            <a:r>
              <a:rPr lang="en-US" altLang="en-US" sz="2400" dirty="0">
                <a:solidFill>
                  <a:schemeClr val="bg1"/>
                </a:solidFill>
                <a:latin typeface="Calibri" panose="020F0502020204030204" pitchFamily="34" charset="0"/>
                <a:ea typeface="Arial" panose="020B0604020202020204" pitchFamily="34" charset="0"/>
              </a:rPr>
              <a:t>č </a:t>
            </a:r>
            <a:r>
              <a:rPr lang="en-US" altLang="en-US" sz="2400" dirty="0">
                <a:solidFill>
                  <a:schemeClr val="bg1"/>
                </a:solidFill>
                <a:latin typeface="Calibri" panose="020F0502020204030204" pitchFamily="34" charset="0"/>
                <a:ea typeface="Arial" panose="020B0604020202020204" pitchFamily="34" charset="0"/>
              </a:rPr>
              <a:t>poruke</a:t>
            </a:r>
            <a:endParaRPr lang="en-US" altLang="en-US" sz="2400" dirty="0">
              <a:solidFill>
                <a:schemeClr val="bg1"/>
              </a:solidFill>
              <a:latin typeface="Calibri" panose="020F0502020204030204" pitchFamily="34" charset="0"/>
              <a:ea typeface="Arial" panose="020B0604020202020204" pitchFamily="34" charset="0"/>
            </a:endParaRPr>
          </a:p>
          <a:p>
            <a:pPr marL="457200" indent="-457200">
              <a:buFont typeface="Wingdings" panose="05000000000000000000" charset="0"/>
              <a:buChar char="Ø"/>
            </a:pPr>
            <a:r>
              <a:rPr lang="en-US" altLang="en-US" sz="2400" dirty="0">
                <a:solidFill>
                  <a:schemeClr val="bg1"/>
                </a:solidFill>
                <a:latin typeface="Calibri" panose="020F0502020204030204" pitchFamily="34" charset="0"/>
                <a:ea typeface="Arial" panose="020B0604020202020204" pitchFamily="34" charset="0"/>
              </a:rPr>
              <a:t>Secret message </a:t>
            </a:r>
            <a:r>
              <a:rPr lang="sr-Latn-RS" altLang="en-US" sz="2400" dirty="0">
                <a:solidFill>
                  <a:schemeClr val="bg1"/>
                </a:solidFill>
                <a:latin typeface="Calibri" panose="020F0502020204030204" pitchFamily="34" charset="0"/>
                <a:ea typeface="Arial" panose="020B0604020202020204" pitchFamily="34" charset="0"/>
              </a:rPr>
              <a:t>-</a:t>
            </a:r>
            <a:r>
              <a:rPr lang="en-US" altLang="en-US" sz="2400" dirty="0">
                <a:solidFill>
                  <a:schemeClr val="bg1"/>
                </a:solidFill>
                <a:latin typeface="Calibri" panose="020F0502020204030204" pitchFamily="34" charset="0"/>
                <a:ea typeface="Arial" panose="020B0604020202020204" pitchFamily="34" charset="0"/>
              </a:rPr>
              <a:t> poruka koju </a:t>
            </a:r>
            <a:r>
              <a:rPr lang="en-US" altLang="en-US" sz="2400" dirty="0">
                <a:solidFill>
                  <a:schemeClr val="bg1"/>
                </a:solidFill>
                <a:latin typeface="Calibri" panose="020F0502020204030204" pitchFamily="34" charset="0"/>
                <a:ea typeface="Arial" panose="020B0604020202020204" pitchFamily="34" charset="0"/>
              </a:rPr>
              <a:t>ž</a:t>
            </a:r>
            <a:r>
              <a:rPr lang="en-US" altLang="en-US" sz="2400" dirty="0">
                <a:solidFill>
                  <a:schemeClr val="bg1"/>
                </a:solidFill>
                <a:latin typeface="Calibri" panose="020F0502020204030204" pitchFamily="34" charset="0"/>
                <a:ea typeface="Arial" panose="020B0604020202020204" pitchFamily="34" charset="0"/>
              </a:rPr>
              <a:t>elimo da sakrijemo</a:t>
            </a:r>
            <a:endParaRPr lang="en-US" altLang="en-US" sz="2400" dirty="0">
              <a:solidFill>
                <a:schemeClr val="bg1"/>
              </a:solidFill>
              <a:latin typeface="Calibri" panose="020F0502020204030204" pitchFamily="34" charset="0"/>
              <a:ea typeface="Arial" panose="020B0604020202020204" pitchFamily="34" charset="0"/>
            </a:endParaRPr>
          </a:p>
          <a:p>
            <a:pPr marL="457200" indent="-457200">
              <a:buFont typeface="Wingdings" panose="05000000000000000000" charset="0"/>
              <a:buChar char="Ø"/>
            </a:pPr>
            <a:r>
              <a:rPr lang="en-US" altLang="en-US" sz="2400" dirty="0">
                <a:solidFill>
                  <a:schemeClr val="bg1"/>
                </a:solidFill>
                <a:latin typeface="Calibri" panose="020F0502020204030204" pitchFamily="34" charset="0"/>
                <a:ea typeface="Arial" panose="020B0604020202020204" pitchFamily="34" charset="0"/>
              </a:rPr>
              <a:t>Stego image </a:t>
            </a:r>
            <a:r>
              <a:rPr lang="sr-Latn-RS" altLang="en-US" sz="2400" dirty="0">
                <a:solidFill>
                  <a:schemeClr val="bg1"/>
                </a:solidFill>
                <a:latin typeface="Calibri" panose="020F0502020204030204" pitchFamily="34" charset="0"/>
                <a:ea typeface="Arial" panose="020B0604020202020204" pitchFamily="34" charset="0"/>
              </a:rPr>
              <a:t>-</a:t>
            </a:r>
            <a:r>
              <a:rPr lang="en-US" altLang="en-US" sz="2400" dirty="0">
                <a:solidFill>
                  <a:schemeClr val="bg1"/>
                </a:solidFill>
                <a:latin typeface="Calibri" panose="020F0502020204030204" pitchFamily="34" charset="0"/>
                <a:ea typeface="Arial" panose="020B0604020202020204" pitchFamily="34" charset="0"/>
              </a:rPr>
              <a:t> nova slika sa ugra</a:t>
            </a:r>
            <a:r>
              <a:rPr lang="en-US" altLang="en-US" sz="2400" dirty="0">
                <a:solidFill>
                  <a:schemeClr val="bg1"/>
                </a:solidFill>
                <a:latin typeface="Calibri" panose="020F0502020204030204" pitchFamily="34" charset="0"/>
                <a:ea typeface="Arial" panose="020B0604020202020204" pitchFamily="34" charset="0"/>
              </a:rPr>
              <a:t>đ</a:t>
            </a:r>
            <a:r>
              <a:rPr lang="en-US" altLang="en-US" sz="2400" dirty="0">
                <a:solidFill>
                  <a:schemeClr val="bg1"/>
                </a:solidFill>
                <a:latin typeface="Calibri" panose="020F0502020204030204" pitchFamily="34" charset="0"/>
                <a:ea typeface="Arial" panose="020B0604020202020204" pitchFamily="34" charset="0"/>
              </a:rPr>
              <a:t>enom porukom</a:t>
            </a:r>
            <a:endParaRPr lang="en-US" altLang="en-US" sz="2400" dirty="0">
              <a:solidFill>
                <a:schemeClr val="bg1"/>
              </a:solidFill>
              <a:latin typeface="Calibri" panose="020F0502020204030204" pitchFamily="34" charset="0"/>
              <a:ea typeface="Arial" panose="020B0604020202020204" pitchFamily="34" charset="0"/>
            </a:endParaRPr>
          </a:p>
          <a:p>
            <a:pPr marL="457200" indent="-457200">
              <a:buFont typeface="Wingdings" panose="05000000000000000000" charset="0"/>
              <a:buChar char="Ø"/>
            </a:pPr>
            <a:r>
              <a:rPr lang="en-US" altLang="en-US" sz="2400" dirty="0">
                <a:solidFill>
                  <a:schemeClr val="bg1"/>
                </a:solidFill>
                <a:latin typeface="Calibri" panose="020F0502020204030204" pitchFamily="34" charset="0"/>
                <a:ea typeface="Arial" panose="020B0604020202020204" pitchFamily="34" charset="0"/>
              </a:rPr>
              <a:t>Dobar stego sistem treba da sa</a:t>
            </a:r>
            <a:r>
              <a:rPr lang="en-US" altLang="en-US" sz="2400" dirty="0">
                <a:solidFill>
                  <a:schemeClr val="bg1"/>
                </a:solidFill>
                <a:latin typeface="Calibri" panose="020F0502020204030204" pitchFamily="34" charset="0"/>
                <a:ea typeface="Arial" panose="020B0604020202020204" pitchFamily="34" charset="0"/>
              </a:rPr>
              <a:t>č</a:t>
            </a:r>
            <a:r>
              <a:rPr lang="en-US" altLang="en-US" sz="2400" dirty="0">
                <a:solidFill>
                  <a:schemeClr val="bg1"/>
                </a:solidFill>
                <a:latin typeface="Calibri" panose="020F0502020204030204" pitchFamily="34" charset="0"/>
                <a:ea typeface="Arial" panose="020B0604020202020204" pitchFamily="34" charset="0"/>
              </a:rPr>
              <a:t>uva vizuelni izgled slike</a:t>
            </a:r>
            <a:endParaRPr lang="en-US" altLang="en-US" sz="2400" dirty="0">
              <a:solidFill>
                <a:schemeClr val="bg1"/>
              </a:solidFill>
              <a:latin typeface="Calibri" panose="020F0502020204030204" pitchFamily="34" charset="0"/>
              <a:ea typeface="Arial" panose="020B0604020202020204" pitchFamily="34" charset="0"/>
            </a:endParaRPr>
          </a:p>
        </p:txBody>
      </p:sp>
      <p:sp>
        <p:nvSpPr>
          <p:cNvPr id="17425" name="矩形 41"/>
          <p:cNvSpPr/>
          <p:nvPr/>
        </p:nvSpPr>
        <p:spPr>
          <a:xfrm>
            <a:off x="5436870" y="6174105"/>
            <a:ext cx="1822450" cy="521970"/>
          </a:xfrm>
          <a:prstGeom prst="rect">
            <a:avLst/>
          </a:prstGeom>
          <a:noFill/>
          <a:ln w="9525">
            <a:noFill/>
          </a:ln>
        </p:spPr>
        <p:txBody>
          <a:bodyPr wrap="square" anchor="t" anchorCtr="0">
            <a:spAutoFit/>
          </a:bodyPr>
          <a:p>
            <a:pPr algn="ctr"/>
            <a:r>
              <a:rPr lang="en-US" altLang="en-US" sz="1400" dirty="0">
                <a:solidFill>
                  <a:schemeClr val="bg1"/>
                </a:solidFill>
                <a:latin typeface="Calibri" panose="020F0502020204030204" pitchFamily="34" charset="0"/>
                <a:ea typeface="Arial" panose="020B0604020202020204" pitchFamily="34" charset="0"/>
              </a:rPr>
              <a:t>koliko podataka mo</a:t>
            </a:r>
            <a:r>
              <a:rPr lang="en-US" altLang="en-US" sz="1400" dirty="0">
                <a:solidFill>
                  <a:schemeClr val="bg1"/>
                </a:solidFill>
                <a:latin typeface="Calibri" panose="020F0502020204030204" pitchFamily="34" charset="0"/>
                <a:ea typeface="Arial" panose="020B0604020202020204" pitchFamily="34" charset="0"/>
              </a:rPr>
              <a:t>ž</a:t>
            </a:r>
            <a:r>
              <a:rPr lang="en-US" altLang="en-US" sz="1400" dirty="0">
                <a:solidFill>
                  <a:schemeClr val="bg1"/>
                </a:solidFill>
                <a:latin typeface="Calibri" panose="020F0502020204030204" pitchFamily="34" charset="0"/>
                <a:ea typeface="Arial" panose="020B0604020202020204" pitchFamily="34" charset="0"/>
              </a:rPr>
              <a:t>e da se sakrije</a:t>
            </a:r>
            <a:endParaRPr lang="en-US" altLang="en-US" sz="1400" dirty="0">
              <a:solidFill>
                <a:schemeClr val="bg1"/>
              </a:solidFill>
              <a:latin typeface="Calibri" panose="020F0502020204030204" pitchFamily="34" charset="0"/>
              <a:ea typeface="Arial" panose="020B0604020202020204" pitchFamily="34" charset="0"/>
            </a:endParaRPr>
          </a:p>
        </p:txBody>
      </p:sp>
      <p:sp>
        <p:nvSpPr>
          <p:cNvPr id="17426" name="矩形 42"/>
          <p:cNvSpPr/>
          <p:nvPr/>
        </p:nvSpPr>
        <p:spPr>
          <a:xfrm>
            <a:off x="7748905" y="6174105"/>
            <a:ext cx="1822450" cy="521970"/>
          </a:xfrm>
          <a:prstGeom prst="rect">
            <a:avLst/>
          </a:prstGeom>
          <a:noFill/>
          <a:ln w="9525">
            <a:noFill/>
          </a:ln>
        </p:spPr>
        <p:txBody>
          <a:bodyPr anchor="t" anchorCtr="0">
            <a:spAutoFit/>
          </a:bodyPr>
          <a:p>
            <a:pPr algn="ctr"/>
            <a:r>
              <a:rPr lang="en-US" altLang="en-US" sz="1400" dirty="0">
                <a:solidFill>
                  <a:schemeClr val="bg1"/>
                </a:solidFill>
                <a:latin typeface="Calibri" panose="020F0502020204030204" pitchFamily="34" charset="0"/>
                <a:ea typeface="Arial" panose="020B0604020202020204" pitchFamily="34" charset="0"/>
              </a:rPr>
              <a:t>koliko je te</a:t>
            </a:r>
            <a:r>
              <a:rPr lang="en-US" altLang="en-US" sz="1400" dirty="0">
                <a:solidFill>
                  <a:schemeClr val="bg1"/>
                </a:solidFill>
                <a:latin typeface="Calibri" panose="020F0502020204030204" pitchFamily="34" charset="0"/>
                <a:ea typeface="Arial" panose="020B0604020202020204" pitchFamily="34" charset="0"/>
              </a:rPr>
              <a:t>š</a:t>
            </a:r>
            <a:r>
              <a:rPr lang="en-US" altLang="en-US" sz="1400" dirty="0">
                <a:solidFill>
                  <a:schemeClr val="bg1"/>
                </a:solidFill>
                <a:latin typeface="Calibri" panose="020F0502020204030204" pitchFamily="34" charset="0"/>
                <a:ea typeface="Arial" panose="020B0604020202020204" pitchFamily="34" charset="0"/>
              </a:rPr>
              <a:t>ko otkriti ili izvu</a:t>
            </a:r>
            <a:r>
              <a:rPr lang="en-US" altLang="en-US" sz="1400" dirty="0">
                <a:solidFill>
                  <a:schemeClr val="bg1"/>
                </a:solidFill>
                <a:latin typeface="Calibri" panose="020F0502020204030204" pitchFamily="34" charset="0"/>
                <a:ea typeface="Arial" panose="020B0604020202020204" pitchFamily="34" charset="0"/>
              </a:rPr>
              <a:t>ć</a:t>
            </a:r>
            <a:r>
              <a:rPr lang="en-US" altLang="en-US" sz="1400" dirty="0">
                <a:solidFill>
                  <a:schemeClr val="bg1"/>
                </a:solidFill>
                <a:latin typeface="Calibri" panose="020F0502020204030204" pitchFamily="34" charset="0"/>
                <a:ea typeface="Arial" panose="020B0604020202020204" pitchFamily="34" charset="0"/>
              </a:rPr>
              <a:t>i poruku</a:t>
            </a:r>
            <a:endParaRPr lang="en-US" altLang="en-US" sz="1400" dirty="0">
              <a:solidFill>
                <a:schemeClr val="bg1"/>
              </a:solidFill>
              <a:latin typeface="Calibri" panose="020F0502020204030204" pitchFamily="34" charset="0"/>
              <a:ea typeface="Arial" panose="020B0604020202020204" pitchFamily="34" charset="0"/>
            </a:endParaRPr>
          </a:p>
        </p:txBody>
      </p:sp>
      <p:sp>
        <p:nvSpPr>
          <p:cNvPr id="17427" name="矩形 43"/>
          <p:cNvSpPr/>
          <p:nvPr/>
        </p:nvSpPr>
        <p:spPr>
          <a:xfrm>
            <a:off x="10060940" y="6176010"/>
            <a:ext cx="1822450" cy="521970"/>
          </a:xfrm>
          <a:prstGeom prst="rect">
            <a:avLst/>
          </a:prstGeom>
          <a:noFill/>
          <a:ln w="9525">
            <a:noFill/>
          </a:ln>
        </p:spPr>
        <p:txBody>
          <a:bodyPr anchor="t" anchorCtr="0">
            <a:spAutoFit/>
          </a:bodyPr>
          <a:p>
            <a:pPr algn="ctr"/>
            <a:r>
              <a:rPr lang="en-US" altLang="en-US" sz="1400" dirty="0">
                <a:solidFill>
                  <a:schemeClr val="bg1"/>
                </a:solidFill>
                <a:latin typeface="Calibri" panose="020F0502020204030204" pitchFamily="34" charset="0"/>
                <a:ea typeface="Arial" panose="020B0604020202020204" pitchFamily="34" charset="0"/>
              </a:rPr>
              <a:t>koliko poruka opstaje nakon izmena fajla</a:t>
            </a:r>
            <a:endParaRPr lang="en-US" altLang="en-US" sz="1400" dirty="0">
              <a:solidFill>
                <a:schemeClr val="bg1"/>
              </a:solidFill>
              <a:latin typeface="Calibri" panose="020F0502020204030204" pitchFamily="34" charset="0"/>
              <a:ea typeface="Arial" panose="020B0604020202020204" pitchFamily="34" charset="0"/>
            </a:endParaRPr>
          </a:p>
        </p:txBody>
      </p:sp>
      <p:pic>
        <p:nvPicPr>
          <p:cNvPr id="37" name="Picture 36"/>
          <p:cNvPicPr/>
          <p:nvPr/>
        </p:nvPicPr>
        <p:blipFill>
          <a:blip r:embed="rId1"/>
          <a:stretch>
            <a:fillRect/>
          </a:stretch>
        </p:blipFill>
        <p:spPr>
          <a:xfrm>
            <a:off x="5965031" y="4865211"/>
            <a:ext cx="762317" cy="762317"/>
          </a:xfrm>
          <a:prstGeom prst="rect">
            <a:avLst/>
          </a:prstGeom>
        </p:spPr>
      </p:pic>
      <p:pic>
        <p:nvPicPr>
          <p:cNvPr id="38" name="Picture 37"/>
          <p:cNvPicPr/>
          <p:nvPr/>
        </p:nvPicPr>
        <p:blipFill>
          <a:blip r:embed="rId2"/>
          <a:stretch>
            <a:fillRect/>
          </a:stretch>
        </p:blipFill>
        <p:spPr>
          <a:xfrm>
            <a:off x="8278971" y="4865211"/>
            <a:ext cx="762317" cy="762317"/>
          </a:xfrm>
          <a:prstGeom prst="rect">
            <a:avLst/>
          </a:prstGeom>
        </p:spPr>
      </p:pic>
      <p:pic>
        <p:nvPicPr>
          <p:cNvPr id="39" name="Picture 38"/>
          <p:cNvPicPr/>
          <p:nvPr/>
        </p:nvPicPr>
        <p:blipFill>
          <a:blip r:embed="rId3"/>
          <a:stretch>
            <a:fillRect/>
          </a:stretch>
        </p:blipFill>
        <p:spPr>
          <a:xfrm>
            <a:off x="10591641" y="4865211"/>
            <a:ext cx="762317" cy="762317"/>
          </a:xfrm>
          <a:prstGeom prst="rect">
            <a:avLst/>
          </a:prstGeom>
        </p:spPr>
      </p:pic>
      <p:sp>
        <p:nvSpPr>
          <p:cNvPr id="40" name="矩形 40"/>
          <p:cNvSpPr/>
          <p:nvPr/>
        </p:nvSpPr>
        <p:spPr>
          <a:xfrm>
            <a:off x="5543550" y="4041140"/>
            <a:ext cx="2576195" cy="460375"/>
          </a:xfrm>
          <a:prstGeom prst="rect">
            <a:avLst/>
          </a:prstGeom>
          <a:noFill/>
          <a:ln w="9525">
            <a:noFill/>
          </a:ln>
        </p:spPr>
        <p:txBody>
          <a:bodyPr wrap="square" anchor="t" anchorCtr="0">
            <a:spAutoFit/>
          </a:bodyPr>
          <a:p>
            <a:r>
              <a:rPr lang="en-US" altLang="en-US" sz="2400" dirty="0">
                <a:solidFill>
                  <a:schemeClr val="bg1"/>
                </a:solidFill>
                <a:latin typeface="Calibri" panose="020F0502020204030204" pitchFamily="34" charset="0"/>
                <a:ea typeface="Arial" panose="020B0604020202020204" pitchFamily="34" charset="0"/>
              </a:rPr>
              <a:t>Va</a:t>
            </a:r>
            <a:r>
              <a:rPr lang="en-US" altLang="en-US" sz="2400" dirty="0">
                <a:solidFill>
                  <a:schemeClr val="bg1"/>
                </a:solidFill>
                <a:latin typeface="Calibri" panose="020F0502020204030204" pitchFamily="34" charset="0"/>
                <a:ea typeface="Arial" panose="020B0604020202020204" pitchFamily="34" charset="0"/>
              </a:rPr>
              <a:t>ž</a:t>
            </a:r>
            <a:r>
              <a:rPr lang="en-US" altLang="en-US" sz="2400" dirty="0">
                <a:solidFill>
                  <a:schemeClr val="bg1"/>
                </a:solidFill>
                <a:latin typeface="Calibri" panose="020F0502020204030204" pitchFamily="34" charset="0"/>
                <a:ea typeface="Arial" panose="020B0604020202020204" pitchFamily="34" charset="0"/>
              </a:rPr>
              <a:t>ni pojmovi:</a:t>
            </a:r>
            <a:endParaRPr lang="en-US" altLang="en-US" sz="2400" dirty="0">
              <a:solidFill>
                <a:schemeClr val="bg1"/>
              </a:solidFill>
              <a:latin typeface="Calibri" panose="020F0502020204030204" pitchFamily="34" charset="0"/>
              <a:ea typeface="Arial" panose="020B0604020202020204" pitchFamily="34" charset="0"/>
            </a:endParaRPr>
          </a:p>
        </p:txBody>
      </p:sp>
      <p:pic>
        <p:nvPicPr>
          <p:cNvPr id="41" name="Picture 40"/>
          <p:cNvPicPr/>
          <p:nvPr/>
        </p:nvPicPr>
        <p:blipFill>
          <a:blip r:embed="rId4"/>
          <a:stretch>
            <a:fillRect/>
          </a:stretch>
        </p:blipFill>
        <p:spPr>
          <a:xfrm>
            <a:off x="1376680" y="3557270"/>
            <a:ext cx="3203575" cy="30524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Rectangle 7"/>
          <p:cNvSpPr/>
          <p:nvPr/>
        </p:nvSpPr>
        <p:spPr>
          <a:xfrm>
            <a:off x="305435" y="4285615"/>
            <a:ext cx="8728075" cy="2458720"/>
          </a:xfrm>
          <a:prstGeom prst="rect">
            <a:avLst/>
          </a:prstGeom>
          <a:solidFill>
            <a:srgbClr val="E08648"/>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itle 3"/>
          <p:cNvSpPr>
            <a:spLocks noGrp="1"/>
          </p:cNvSpPr>
          <p:nvPr>
            <p:ph type="title"/>
          </p:nvPr>
        </p:nvSpPr>
        <p:spPr/>
        <p:txBody>
          <a:bodyPr/>
          <a:p>
            <a:r>
              <a:rPr lang="en-US" altLang="en-US"/>
              <a:t>Za</a:t>
            </a:r>
            <a:r>
              <a:rPr lang="" altLang="en-US"/>
              <a:t>š</a:t>
            </a:r>
            <a:r>
              <a:rPr lang="en-US" altLang="en-US"/>
              <a:t>to prelazimo na JPEG? (Prostorni vs. Transformacioni domen)</a:t>
            </a:r>
            <a:endParaRPr lang="en-US" altLang="en-US"/>
          </a:p>
        </p:txBody>
      </p:sp>
      <p:pic>
        <p:nvPicPr>
          <p:cNvPr id="6" name="Picture 5"/>
          <p:cNvPicPr>
            <a:picLocks noChangeAspect="1"/>
          </p:cNvPicPr>
          <p:nvPr/>
        </p:nvPicPr>
        <p:blipFill>
          <a:blip r:embed="rId1"/>
          <a:stretch>
            <a:fillRect/>
          </a:stretch>
        </p:blipFill>
        <p:spPr>
          <a:xfrm>
            <a:off x="6979285" y="4374515"/>
            <a:ext cx="4090670" cy="2306320"/>
          </a:xfrm>
          <a:prstGeom prst="rect">
            <a:avLst/>
          </a:prstGeom>
        </p:spPr>
      </p:pic>
      <p:sp>
        <p:nvSpPr>
          <p:cNvPr id="7" name="Rectangle 6"/>
          <p:cNvSpPr/>
          <p:nvPr/>
        </p:nvSpPr>
        <p:spPr>
          <a:xfrm>
            <a:off x="3145155" y="1694180"/>
            <a:ext cx="8728075" cy="2458720"/>
          </a:xfrm>
          <a:prstGeom prst="rect">
            <a:avLst/>
          </a:prstGeom>
          <a:solidFill>
            <a:srgbClr val="1C7C5A"/>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5" name="Picture 4"/>
          <p:cNvPicPr>
            <a:picLocks noChangeAspect="1"/>
          </p:cNvPicPr>
          <p:nvPr/>
        </p:nvPicPr>
        <p:blipFill>
          <a:blip r:embed="rId2"/>
          <a:stretch>
            <a:fillRect/>
          </a:stretch>
        </p:blipFill>
        <p:spPr>
          <a:xfrm>
            <a:off x="942975" y="1781175"/>
            <a:ext cx="3923030" cy="2228850"/>
          </a:xfrm>
          <a:prstGeom prst="rect">
            <a:avLst/>
          </a:prstGeom>
        </p:spPr>
      </p:pic>
      <p:sp>
        <p:nvSpPr>
          <p:cNvPr id="10" name="Text Box 9"/>
          <p:cNvSpPr txBox="1"/>
          <p:nvPr/>
        </p:nvSpPr>
        <p:spPr>
          <a:xfrm>
            <a:off x="5142230" y="1781175"/>
            <a:ext cx="3054985" cy="368300"/>
          </a:xfrm>
          <a:prstGeom prst="rect">
            <a:avLst/>
          </a:prstGeom>
          <a:noFill/>
        </p:spPr>
        <p:txBody>
          <a:bodyPr wrap="square" rtlCol="0">
            <a:spAutoFit/>
          </a:bodyPr>
          <a:p>
            <a:r>
              <a:rPr lang="en-US">
                <a:solidFill>
                  <a:schemeClr val="bg1"/>
                </a:solidFill>
              </a:rPr>
              <a:t>Prostorni domen (PNG / BMP)</a:t>
            </a:r>
            <a:endParaRPr lang="en-US">
              <a:solidFill>
                <a:schemeClr val="bg1"/>
              </a:solidFill>
            </a:endParaRPr>
          </a:p>
        </p:txBody>
      </p:sp>
      <p:sp>
        <p:nvSpPr>
          <p:cNvPr id="11" name="Text Box 10"/>
          <p:cNvSpPr txBox="1"/>
          <p:nvPr/>
        </p:nvSpPr>
        <p:spPr>
          <a:xfrm>
            <a:off x="5247640" y="2296160"/>
            <a:ext cx="4064000" cy="1198880"/>
          </a:xfrm>
          <a:prstGeom prst="rect">
            <a:avLst/>
          </a:prstGeom>
          <a:noFill/>
        </p:spPr>
        <p:txBody>
          <a:bodyPr wrap="square" rtlCol="0">
            <a:spAutoFit/>
          </a:bodyPr>
          <a:p>
            <a:pPr marL="285750" indent="-285750">
              <a:buFont typeface="Wingdings" panose="05000000000000000000" charset="0"/>
              <a:buChar char="v"/>
            </a:pPr>
            <a:r>
              <a:rPr lang="en-US">
                <a:solidFill>
                  <a:schemeClr val="bg1"/>
                </a:solidFill>
              </a:rPr>
              <a:t>Podaci se kriju direktno u pikselima</a:t>
            </a:r>
            <a:r>
              <a:rPr lang="sr-Latn-RS" altLang="en-US">
                <a:solidFill>
                  <a:schemeClr val="bg1"/>
                </a:solidFill>
              </a:rPr>
              <a:t>.</a:t>
            </a:r>
            <a:endParaRPr lang="en-US">
              <a:solidFill>
                <a:schemeClr val="bg1"/>
              </a:solidFill>
            </a:endParaRPr>
          </a:p>
          <a:p>
            <a:pPr marL="285750" indent="-285750">
              <a:buFont typeface="Wingdings" panose="05000000000000000000" charset="0"/>
              <a:buChar char="v"/>
            </a:pPr>
            <a:r>
              <a:rPr lang="en-US" b="1">
                <a:solidFill>
                  <a:srgbClr val="E08648"/>
                </a:solidFill>
              </a:rPr>
              <a:t>Vizuelni napadi</a:t>
            </a:r>
            <a:r>
              <a:rPr lang="en-US">
                <a:solidFill>
                  <a:srgbClr val="E08648"/>
                </a:solidFill>
              </a:rPr>
              <a:t> </a:t>
            </a:r>
            <a:r>
              <a:rPr lang="en-US">
                <a:solidFill>
                  <a:schemeClr val="bg1"/>
                </a:solidFill>
              </a:rPr>
              <a:t>- Izolacijom LSB bita</a:t>
            </a:r>
            <a:r>
              <a:rPr lang="sr-Latn-RS" altLang="en-US">
                <a:solidFill>
                  <a:schemeClr val="bg1"/>
                </a:solidFill>
              </a:rPr>
              <a:t>,</a:t>
            </a:r>
            <a:r>
              <a:rPr lang="en-US">
                <a:solidFill>
                  <a:schemeClr val="bg1"/>
                </a:solidFill>
              </a:rPr>
              <a:t> poruka iska</a:t>
            </a:r>
            <a:r>
              <a:rPr lang="sr-Latn-RS" altLang="en-US">
                <a:solidFill>
                  <a:schemeClr val="bg1"/>
                </a:solidFill>
              </a:rPr>
              <a:t>č</a:t>
            </a:r>
            <a:r>
              <a:rPr lang="en-US">
                <a:solidFill>
                  <a:schemeClr val="bg1"/>
                </a:solidFill>
              </a:rPr>
              <a:t>e kao jasan geometrijski oblik ili tekstura</a:t>
            </a:r>
            <a:r>
              <a:rPr lang="sr-Latn-RS" altLang="en-US">
                <a:solidFill>
                  <a:schemeClr val="bg1"/>
                </a:solidFill>
              </a:rPr>
              <a:t> u</a:t>
            </a:r>
            <a:r>
              <a:rPr lang="en-US">
                <a:solidFill>
                  <a:schemeClr val="bg1"/>
                </a:solidFill>
              </a:rPr>
              <a:t> </a:t>
            </a:r>
            <a:r>
              <a:rPr lang="sr-Latn-RS" altLang="en-US">
                <a:solidFill>
                  <a:schemeClr val="bg1"/>
                </a:solidFill>
              </a:rPr>
              <a:t>š</a:t>
            </a:r>
            <a:r>
              <a:rPr lang="en-US">
                <a:solidFill>
                  <a:schemeClr val="bg1"/>
                </a:solidFill>
              </a:rPr>
              <a:t>um</a:t>
            </a:r>
            <a:r>
              <a:rPr lang="sr-Latn-RS" altLang="en-US">
                <a:solidFill>
                  <a:schemeClr val="bg1"/>
                </a:solidFill>
              </a:rPr>
              <a:t>u.</a:t>
            </a:r>
            <a:endParaRPr lang="sr-Latn-RS" altLang="en-US">
              <a:solidFill>
                <a:schemeClr val="bg1"/>
              </a:solidFill>
            </a:endParaRPr>
          </a:p>
        </p:txBody>
      </p:sp>
      <p:sp>
        <p:nvSpPr>
          <p:cNvPr id="13" name="Text Box 12"/>
          <p:cNvSpPr txBox="1"/>
          <p:nvPr/>
        </p:nvSpPr>
        <p:spPr>
          <a:xfrm>
            <a:off x="636270" y="4508500"/>
            <a:ext cx="3054985" cy="368300"/>
          </a:xfrm>
          <a:prstGeom prst="rect">
            <a:avLst/>
          </a:prstGeom>
          <a:noFill/>
        </p:spPr>
        <p:txBody>
          <a:bodyPr wrap="square" rtlCol="0">
            <a:spAutoFit/>
          </a:bodyPr>
          <a:p>
            <a:r>
              <a:rPr lang="en-US" altLang="en-US">
                <a:solidFill>
                  <a:schemeClr val="bg1"/>
                </a:solidFill>
              </a:rPr>
              <a:t>Domen transformacije (JPEG)</a:t>
            </a:r>
            <a:endParaRPr lang="en-US" altLang="en-US">
              <a:solidFill>
                <a:schemeClr val="bg1"/>
              </a:solidFill>
            </a:endParaRPr>
          </a:p>
        </p:txBody>
      </p:sp>
      <p:sp>
        <p:nvSpPr>
          <p:cNvPr id="14" name="Text Box 13"/>
          <p:cNvSpPr txBox="1"/>
          <p:nvPr/>
        </p:nvSpPr>
        <p:spPr>
          <a:xfrm>
            <a:off x="715010" y="5023485"/>
            <a:ext cx="5205730" cy="1476375"/>
          </a:xfrm>
          <a:prstGeom prst="rect">
            <a:avLst/>
          </a:prstGeom>
          <a:noFill/>
        </p:spPr>
        <p:txBody>
          <a:bodyPr wrap="square" rtlCol="0">
            <a:spAutoFit/>
          </a:bodyPr>
          <a:p>
            <a:pPr marL="285750" indent="-285750">
              <a:buFont typeface="Wingdings" panose="05000000000000000000" charset="0"/>
              <a:buChar char="v"/>
            </a:pPr>
            <a:r>
              <a:rPr lang="en-US" altLang="en-US">
                <a:solidFill>
                  <a:schemeClr val="bg1"/>
                </a:solidFill>
              </a:rPr>
              <a:t>Podaci se ne kriju u pikselima, ve</a:t>
            </a:r>
            <a:r>
              <a:rPr lang="" altLang="en-US">
                <a:solidFill>
                  <a:schemeClr val="bg1"/>
                </a:solidFill>
              </a:rPr>
              <a:t>ć </a:t>
            </a:r>
            <a:r>
              <a:rPr lang="en-US" altLang="en-US">
                <a:solidFill>
                  <a:schemeClr val="bg1"/>
                </a:solidFill>
              </a:rPr>
              <a:t>u matemati</a:t>
            </a:r>
            <a:r>
              <a:rPr lang="" altLang="en-US">
                <a:solidFill>
                  <a:schemeClr val="bg1"/>
                </a:solidFill>
              </a:rPr>
              <a:t>č</a:t>
            </a:r>
            <a:r>
              <a:rPr lang="en-US" altLang="en-US">
                <a:solidFill>
                  <a:schemeClr val="bg1"/>
                </a:solidFill>
              </a:rPr>
              <a:t>kim koeficijentima </a:t>
            </a:r>
            <a:r>
              <a:rPr lang="sr-Latn-RS" altLang="en-US">
                <a:solidFill>
                  <a:schemeClr val="bg1"/>
                </a:solidFill>
              </a:rPr>
              <a:t>.</a:t>
            </a:r>
            <a:endParaRPr lang="en-US" altLang="en-US">
              <a:solidFill>
                <a:schemeClr val="bg1"/>
              </a:solidFill>
            </a:endParaRPr>
          </a:p>
          <a:p>
            <a:pPr marL="285750" indent="-285750">
              <a:buFont typeface="Wingdings" panose="05000000000000000000" charset="0"/>
              <a:buChar char="v"/>
            </a:pPr>
            <a:r>
              <a:rPr lang="en-US" altLang="en-US" b="1">
                <a:solidFill>
                  <a:srgbClr val="1C7C5A"/>
                </a:solidFill>
              </a:rPr>
              <a:t>Prednost:</a:t>
            </a:r>
            <a:r>
              <a:rPr lang="en-US" altLang="en-US">
                <a:solidFill>
                  <a:schemeClr val="bg1"/>
                </a:solidFill>
              </a:rPr>
              <a:t> Vizuelni napadi su nemogu</a:t>
            </a:r>
            <a:r>
              <a:rPr lang="" altLang="en-US">
                <a:solidFill>
                  <a:schemeClr val="bg1"/>
                </a:solidFill>
              </a:rPr>
              <a:t>ć</a:t>
            </a:r>
            <a:r>
              <a:rPr lang="en-US" altLang="en-US">
                <a:solidFill>
                  <a:schemeClr val="bg1"/>
                </a:solidFill>
              </a:rPr>
              <a:t>i. Izmene se tokom prikaza prirodno "razma</a:t>
            </a:r>
            <a:r>
              <a:rPr lang="" altLang="en-US">
                <a:solidFill>
                  <a:schemeClr val="bg1"/>
                </a:solidFill>
              </a:rPr>
              <a:t>ž</a:t>
            </a:r>
            <a:r>
              <a:rPr lang="en-US" altLang="en-US">
                <a:solidFill>
                  <a:schemeClr val="bg1"/>
                </a:solidFill>
              </a:rPr>
              <a:t>u" preko celog bloka od </a:t>
            </a:r>
            <a:r>
              <a:rPr lang="sr-Latn-RS" altLang="en-US">
                <a:solidFill>
                  <a:schemeClr val="bg1"/>
                </a:solidFill>
              </a:rPr>
              <a:t>8x8 </a:t>
            </a:r>
            <a:r>
              <a:rPr lang="en-US" altLang="en-US">
                <a:solidFill>
                  <a:schemeClr val="bg1"/>
                </a:solidFill>
              </a:rPr>
              <a:t>piksela.</a:t>
            </a:r>
            <a:endParaRPr lang="en-US" altLang="en-US">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en-US">
                <a:sym typeface="+mn-ea"/>
              </a:rPr>
              <a:t>Kako JPEG priprema teren? (DCT i Kvantizacija)</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9" name="矩形 8"/>
          <p:cNvSpPr/>
          <p:nvPr/>
        </p:nvSpPr>
        <p:spPr>
          <a:xfrm>
            <a:off x="8197850" y="1808480"/>
            <a:ext cx="3894455" cy="4154170"/>
          </a:xfrm>
          <a:prstGeom prst="rect">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223" name="矩形 9"/>
          <p:cNvSpPr/>
          <p:nvPr/>
        </p:nvSpPr>
        <p:spPr>
          <a:xfrm>
            <a:off x="8303260" y="2125980"/>
            <a:ext cx="3683635" cy="3519805"/>
          </a:xfrm>
          <a:prstGeom prst="rect">
            <a:avLst/>
          </a:prstGeom>
          <a:noFill/>
          <a:ln w="9525">
            <a:noFill/>
          </a:ln>
        </p:spPr>
        <p:txBody>
          <a:bodyPr wrap="square" anchor="t" anchorCtr="0">
            <a:noAutofit/>
          </a:bodyPr>
          <a:p>
            <a:pPr marL="342900" indent="-342900" algn="just">
              <a:buFont typeface="Wingdings" panose="05000000000000000000" charset="0"/>
              <a:buChar char="v"/>
            </a:pPr>
            <a:r>
              <a:rPr lang="sr-Latn-RS" altLang="en-US" sz="1800" dirty="0">
                <a:solidFill>
                  <a:schemeClr val="bg1"/>
                </a:solidFill>
                <a:latin typeface="Calibri" panose="020F0502020204030204" pitchFamily="34" charset="0"/>
                <a:ea typeface="Microsoft YaHei Light" panose="020B0502040204020203" pitchFamily="34" charset="-122"/>
              </a:rPr>
              <a:t>Podela na blokove</a:t>
            </a:r>
            <a:endParaRPr lang="sr-Latn-RS" altLang="en-US" sz="18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endParaRPr lang="en-US" altLang="en-US" sz="20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r>
              <a:rPr lang="en-US" altLang="en-US" sz="1800" dirty="0">
                <a:solidFill>
                  <a:schemeClr val="bg1"/>
                </a:solidFill>
                <a:latin typeface="Calibri" panose="020F0502020204030204" pitchFamily="34" charset="0"/>
                <a:ea typeface="Microsoft YaHei Light" panose="020B0502040204020203" pitchFamily="34" charset="-122"/>
              </a:rPr>
              <a:t>Diskretna kosinusna teorema </a:t>
            </a:r>
            <a:r>
              <a:rPr lang="sr-Latn-RS" altLang="en-US" sz="1800" dirty="0">
                <a:solidFill>
                  <a:schemeClr val="bg1"/>
                </a:solidFill>
                <a:latin typeface="Calibri" panose="020F0502020204030204" pitchFamily="34" charset="0"/>
                <a:ea typeface="Microsoft YaHei Light" panose="020B0502040204020203" pitchFamily="34" charset="-122"/>
              </a:rPr>
              <a:t>i podela na:</a:t>
            </a:r>
            <a:endParaRPr lang="en-US" altLang="en-US" sz="1800" dirty="0">
              <a:solidFill>
                <a:schemeClr val="bg1"/>
              </a:solidFill>
              <a:latin typeface="Calibri" panose="020F0502020204030204" pitchFamily="34" charset="0"/>
              <a:ea typeface="Microsoft YaHei Light" panose="020B0502040204020203" pitchFamily="34" charset="-122"/>
            </a:endParaRPr>
          </a:p>
          <a:p>
            <a:pPr marL="800100" lvl="1" indent="-342900" algn="just">
              <a:buFont typeface="Wingdings" panose="05000000000000000000" charset="0"/>
              <a:buChar char="v"/>
            </a:pPr>
            <a:r>
              <a:rPr lang="en-US" altLang="en-US" sz="1800" dirty="0">
                <a:solidFill>
                  <a:schemeClr val="bg1"/>
                </a:solidFill>
                <a:latin typeface="Calibri" panose="020F0502020204030204" pitchFamily="34" charset="0"/>
                <a:ea typeface="Microsoft YaHei Light" panose="020B0502040204020203" pitchFamily="34" charset="-122"/>
              </a:rPr>
              <a:t>Niske frekvencije</a:t>
            </a:r>
            <a:endParaRPr lang="sr-Latn-RS" altLang="en-US" sz="1800" dirty="0">
              <a:solidFill>
                <a:schemeClr val="bg1"/>
              </a:solidFill>
              <a:latin typeface="Calibri" panose="020F0502020204030204" pitchFamily="34" charset="0"/>
              <a:ea typeface="Microsoft YaHei Light" panose="020B0502040204020203" pitchFamily="34" charset="-122"/>
            </a:endParaRPr>
          </a:p>
          <a:p>
            <a:pPr marL="800100" lvl="1" indent="-342900" algn="just">
              <a:buFont typeface="Wingdings" panose="05000000000000000000" charset="0"/>
              <a:buChar char="v"/>
            </a:pPr>
            <a:r>
              <a:rPr lang="sr-Latn-RS" altLang="en-US" sz="1800" dirty="0">
                <a:solidFill>
                  <a:schemeClr val="bg1"/>
                </a:solidFill>
                <a:latin typeface="Calibri" panose="020F0502020204030204" pitchFamily="34" charset="0"/>
                <a:ea typeface="Microsoft YaHei Light" panose="020B0502040204020203" pitchFamily="34" charset="-122"/>
              </a:rPr>
              <a:t>Visoke frekvencije</a:t>
            </a:r>
            <a:endParaRPr lang="sr-Latn-RS" altLang="en-US" sz="1800" dirty="0">
              <a:solidFill>
                <a:schemeClr val="bg1"/>
              </a:solidFill>
              <a:latin typeface="Calibri" panose="020F0502020204030204" pitchFamily="34" charset="0"/>
              <a:ea typeface="Microsoft YaHei Light" panose="020B0502040204020203" pitchFamily="34" charset="-122"/>
            </a:endParaRPr>
          </a:p>
          <a:p>
            <a:pPr marL="800100" lvl="1" indent="-342900" algn="just">
              <a:buFont typeface="Wingdings" panose="05000000000000000000" charset="0"/>
              <a:buChar char="v"/>
            </a:pPr>
            <a:endParaRPr lang="sr-Latn-RS" altLang="en-US" sz="1800" dirty="0">
              <a:solidFill>
                <a:schemeClr val="bg1"/>
              </a:solidFill>
              <a:latin typeface="Calibri" panose="020F0502020204030204" pitchFamily="34" charset="0"/>
              <a:ea typeface="Microsoft YaHei Light" panose="020B0502040204020203" pitchFamily="34" charset="-122"/>
            </a:endParaRPr>
          </a:p>
          <a:p>
            <a:pPr marL="342900" lvl="0" indent="-342900" algn="just">
              <a:buFont typeface="Wingdings" panose="05000000000000000000" charset="0"/>
              <a:buChar char="v"/>
            </a:pPr>
            <a:r>
              <a:rPr lang="sr-Latn-RS" altLang="en-US" sz="1800" dirty="0">
                <a:solidFill>
                  <a:schemeClr val="bg1"/>
                </a:solidFill>
                <a:latin typeface="Calibri" panose="020F0502020204030204" pitchFamily="34" charset="0"/>
                <a:ea typeface="Microsoft YaHei Light" panose="020B0502040204020203" pitchFamily="34" charset="-122"/>
              </a:rPr>
              <a:t>Kvantizacija</a:t>
            </a:r>
            <a:endParaRPr lang="sr-Latn-RS" altLang="en-US" sz="1800" dirty="0">
              <a:solidFill>
                <a:schemeClr val="bg1"/>
              </a:solidFill>
              <a:latin typeface="Calibri" panose="020F0502020204030204" pitchFamily="34" charset="0"/>
              <a:ea typeface="Microsoft YaHei Light" panose="020B0502040204020203" pitchFamily="34" charset="-122"/>
            </a:endParaRPr>
          </a:p>
          <a:p>
            <a:pPr marL="342900" lvl="0" indent="-342900" algn="just">
              <a:buFont typeface="Wingdings" panose="05000000000000000000" charset="0"/>
              <a:buChar char="v"/>
            </a:pPr>
            <a:endParaRPr lang="en-US" altLang="en-US" sz="1800" dirty="0">
              <a:solidFill>
                <a:schemeClr val="bg1"/>
              </a:solidFill>
              <a:latin typeface="Calibri" panose="020F0502020204030204" pitchFamily="34" charset="0"/>
              <a:ea typeface="Microsoft YaHei Light" panose="020B0502040204020203" pitchFamily="34" charset="-122"/>
            </a:endParaRPr>
          </a:p>
          <a:p>
            <a:pPr marL="342900" indent="-342900" algn="just">
              <a:buFont typeface="Wingdings" panose="05000000000000000000" charset="0"/>
              <a:buChar char="v"/>
            </a:pPr>
            <a:r>
              <a:rPr lang="sr-Latn-RS" altLang="en-US" sz="1800" dirty="0">
                <a:solidFill>
                  <a:schemeClr val="bg1"/>
                </a:solidFill>
                <a:latin typeface="Calibri" panose="020F0502020204030204" pitchFamily="34" charset="0"/>
                <a:ea typeface="Microsoft YaHei Light" panose="020B0502040204020203" pitchFamily="34" charset="-122"/>
              </a:rPr>
              <a:t>Gde se čuva poruka?</a:t>
            </a:r>
            <a:endParaRPr lang="sr-Latn-RS" altLang="en-US" sz="1800" dirty="0">
              <a:solidFill>
                <a:schemeClr val="bg1"/>
              </a:solidFill>
              <a:latin typeface="Calibri" panose="020F0502020204030204" pitchFamily="34" charset="0"/>
              <a:ea typeface="Microsoft YaHei Light" panose="020B0502040204020203" pitchFamily="34" charset="-122"/>
            </a:endParaRPr>
          </a:p>
        </p:txBody>
      </p:sp>
      <p:pic>
        <p:nvPicPr>
          <p:cNvPr id="9235" name="图片 37" descr="C:/Users/Bane/Downloads/DCT-coefficients-after-quantization.webpDCT-coefficients-after-quantization"/>
          <p:cNvPicPr>
            <a:picLocks noChangeAspect="1"/>
          </p:cNvPicPr>
          <p:nvPr/>
        </p:nvPicPr>
        <p:blipFill>
          <a:blip r:embed="rId1"/>
          <a:srcRect l="-116" r="-116"/>
          <a:stretch>
            <a:fillRect/>
          </a:stretch>
        </p:blipFill>
        <p:spPr>
          <a:xfrm>
            <a:off x="839470" y="1808480"/>
            <a:ext cx="6379845" cy="415480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sr-Latn-RS" altLang="en-US"/>
              <a:t>JSteg</a:t>
            </a:r>
            <a:endParaRPr lang="sr-Latn-RS" altLang="en-US"/>
          </a:p>
        </p:txBody>
      </p:sp>
      <p:pic>
        <p:nvPicPr>
          <p:cNvPr id="3" name="Picture 2"/>
          <p:cNvPicPr>
            <a:picLocks noChangeAspect="1"/>
          </p:cNvPicPr>
          <p:nvPr/>
        </p:nvPicPr>
        <p:blipFill>
          <a:blip r:embed="rId1"/>
          <a:stretch>
            <a:fillRect/>
          </a:stretch>
        </p:blipFill>
        <p:spPr>
          <a:xfrm>
            <a:off x="1470025" y="3429000"/>
            <a:ext cx="4199890" cy="2620645"/>
          </a:xfrm>
          <a:prstGeom prst="rect">
            <a:avLst/>
          </a:prstGeom>
        </p:spPr>
      </p:pic>
      <p:pic>
        <p:nvPicPr>
          <p:cNvPr id="4" name="Picture 3"/>
          <p:cNvPicPr>
            <a:picLocks noChangeAspect="1"/>
          </p:cNvPicPr>
          <p:nvPr/>
        </p:nvPicPr>
        <p:blipFill>
          <a:blip r:embed="rId2"/>
          <a:stretch>
            <a:fillRect/>
          </a:stretch>
        </p:blipFill>
        <p:spPr>
          <a:xfrm>
            <a:off x="6786245" y="3429000"/>
            <a:ext cx="4422140" cy="2650490"/>
          </a:xfrm>
          <a:prstGeom prst="rect">
            <a:avLst/>
          </a:prstGeom>
        </p:spPr>
      </p:pic>
      <p:sp>
        <p:nvSpPr>
          <p:cNvPr id="5" name="Text Box 4"/>
          <p:cNvSpPr txBox="1"/>
          <p:nvPr/>
        </p:nvSpPr>
        <p:spPr>
          <a:xfrm>
            <a:off x="2380615" y="6220460"/>
            <a:ext cx="2526030" cy="368300"/>
          </a:xfrm>
          <a:prstGeom prst="rect">
            <a:avLst/>
          </a:prstGeom>
          <a:noFill/>
        </p:spPr>
        <p:txBody>
          <a:bodyPr wrap="square" rtlCol="0">
            <a:spAutoFit/>
          </a:bodyPr>
          <a:p>
            <a:r>
              <a:rPr lang="sr-Latn-RS" altLang="en-US">
                <a:solidFill>
                  <a:schemeClr val="bg1"/>
                </a:solidFill>
              </a:rPr>
              <a:t>Original image histogram</a:t>
            </a:r>
            <a:endParaRPr lang="sr-Latn-RS" altLang="en-US">
              <a:solidFill>
                <a:schemeClr val="bg1"/>
              </a:solidFill>
            </a:endParaRPr>
          </a:p>
        </p:txBody>
      </p:sp>
      <p:sp>
        <p:nvSpPr>
          <p:cNvPr id="6" name="Text Box 5"/>
          <p:cNvSpPr txBox="1"/>
          <p:nvPr/>
        </p:nvSpPr>
        <p:spPr>
          <a:xfrm>
            <a:off x="7747000" y="6220460"/>
            <a:ext cx="2500630" cy="368300"/>
          </a:xfrm>
          <a:prstGeom prst="rect">
            <a:avLst/>
          </a:prstGeom>
          <a:noFill/>
        </p:spPr>
        <p:txBody>
          <a:bodyPr wrap="square" rtlCol="0">
            <a:spAutoFit/>
          </a:bodyPr>
          <a:p>
            <a:r>
              <a:rPr lang="sr-Latn-RS" altLang="en-US">
                <a:solidFill>
                  <a:schemeClr val="bg1"/>
                </a:solidFill>
              </a:rPr>
              <a:t>Stego image histogram</a:t>
            </a:r>
            <a:endParaRPr lang="sr-Latn-RS" altLang="en-US">
              <a:solidFill>
                <a:schemeClr val="bg1"/>
              </a:solidFill>
            </a:endParaRPr>
          </a:p>
        </p:txBody>
      </p:sp>
      <p:sp>
        <p:nvSpPr>
          <p:cNvPr id="7" name="Text Box 6"/>
          <p:cNvSpPr txBox="1"/>
          <p:nvPr/>
        </p:nvSpPr>
        <p:spPr>
          <a:xfrm>
            <a:off x="1875155" y="1623060"/>
            <a:ext cx="8582660" cy="1476375"/>
          </a:xfrm>
          <a:prstGeom prst="rect">
            <a:avLst/>
          </a:prstGeom>
          <a:noFill/>
        </p:spPr>
        <p:txBody>
          <a:bodyPr wrap="square" rtlCol="0">
            <a:spAutoFit/>
          </a:bodyPr>
          <a:p>
            <a:pPr marL="285750" indent="-285750">
              <a:lnSpc>
                <a:spcPct val="150000"/>
              </a:lnSpc>
              <a:buFont typeface="Wingdings" panose="05000000000000000000" charset="0"/>
              <a:buChar char="v"/>
            </a:pPr>
            <a:r>
              <a:rPr lang="sr-Latn-RS" altLang="en-US" sz="2000">
                <a:solidFill>
                  <a:schemeClr val="bg1"/>
                </a:solidFill>
              </a:rPr>
              <a:t>Ideja i pristup</a:t>
            </a:r>
            <a:endParaRPr lang="sr-Latn-RS" altLang="en-US" sz="2000">
              <a:solidFill>
                <a:schemeClr val="bg1"/>
              </a:solidFill>
            </a:endParaRPr>
          </a:p>
          <a:p>
            <a:pPr marL="285750" indent="-285750">
              <a:lnSpc>
                <a:spcPct val="150000"/>
              </a:lnSpc>
              <a:buFont typeface="Wingdings" panose="05000000000000000000" charset="0"/>
              <a:buChar char="v"/>
            </a:pPr>
            <a:r>
              <a:rPr lang="sr-Latn-RS" altLang="en-US" sz="2000">
                <a:solidFill>
                  <a:schemeClr val="bg1"/>
                </a:solidFill>
              </a:rPr>
              <a:t>Nedostatak</a:t>
            </a:r>
            <a:endParaRPr lang="sr-Latn-RS" altLang="en-US" sz="2000">
              <a:solidFill>
                <a:schemeClr val="bg1"/>
              </a:solidFill>
            </a:endParaRPr>
          </a:p>
          <a:p>
            <a:pPr marL="285750" indent="-285750">
              <a:lnSpc>
                <a:spcPct val="150000"/>
              </a:lnSpc>
              <a:buFont typeface="Wingdings" panose="05000000000000000000" charset="0"/>
              <a:buChar char="v"/>
            </a:pPr>
            <a:r>
              <a:rPr lang="sr-Latn-RS" altLang="en-US" sz="2000">
                <a:solidFill>
                  <a:schemeClr val="bg1"/>
                </a:solidFill>
              </a:rPr>
              <a:t>Statistički Hi-kvadrat test</a:t>
            </a:r>
            <a:endParaRPr lang="sr-Latn-RS" altLang="en-US" sz="200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t>OutGuess (v0.1)</a:t>
            </a:r>
            <a:endParaRPr lang="en-US" altLang="en-US"/>
          </a:p>
        </p:txBody>
      </p:sp>
      <p:sp>
        <p:nvSpPr>
          <p:cNvPr id="3" name="Text Box 2"/>
          <p:cNvSpPr txBox="1"/>
          <p:nvPr/>
        </p:nvSpPr>
        <p:spPr>
          <a:xfrm>
            <a:off x="2176145" y="2428240"/>
            <a:ext cx="7840345" cy="2553335"/>
          </a:xfrm>
          <a:prstGeom prst="rect">
            <a:avLst/>
          </a:prstGeom>
          <a:noFill/>
        </p:spPr>
        <p:txBody>
          <a:bodyPr wrap="square" rtlCol="0">
            <a:spAutoFit/>
          </a:bodyPr>
          <a:p>
            <a:pPr marL="285750" indent="-285750">
              <a:buFont typeface="Wingdings" panose="05000000000000000000" charset="0"/>
              <a:buChar char="v"/>
            </a:pPr>
            <a:r>
              <a:rPr lang="en-US" altLang="en-US" sz="2000" b="1">
                <a:solidFill>
                  <a:schemeClr val="bg1"/>
                </a:solidFill>
              </a:rPr>
              <a:t>Ideja</a:t>
            </a:r>
            <a:endParaRPr lang="en-US" altLang="en-US" sz="2000">
              <a:solidFill>
                <a:schemeClr val="bg1"/>
              </a:solidFill>
            </a:endParaRPr>
          </a:p>
          <a:p>
            <a:pPr marL="285750" indent="-285750">
              <a:buFont typeface="Wingdings" panose="05000000000000000000" charset="0"/>
              <a:buChar char="v"/>
            </a:pPr>
            <a:endParaRPr lang="en-US" altLang="en-US" sz="2000">
              <a:solidFill>
                <a:schemeClr val="bg1"/>
              </a:solidFill>
            </a:endParaRPr>
          </a:p>
          <a:p>
            <a:pPr marL="285750" indent="-285750">
              <a:buFont typeface="Wingdings" panose="05000000000000000000" charset="0"/>
              <a:buChar char="v"/>
            </a:pPr>
            <a:r>
              <a:rPr lang="en-US" altLang="en-US" sz="2000" b="1">
                <a:solidFill>
                  <a:schemeClr val="bg1"/>
                </a:solidFill>
              </a:rPr>
              <a:t>Za</a:t>
            </a:r>
            <a:r>
              <a:rPr lang="" altLang="en-US" sz="2000" b="1">
                <a:solidFill>
                  <a:schemeClr val="bg1"/>
                </a:solidFill>
              </a:rPr>
              <a:t>š</a:t>
            </a:r>
            <a:r>
              <a:rPr lang="en-US" altLang="en-US" sz="2000" b="1">
                <a:solidFill>
                  <a:schemeClr val="bg1"/>
                </a:solidFill>
              </a:rPr>
              <a:t>to je bolji od obi</a:t>
            </a:r>
            <a:r>
              <a:rPr lang="" altLang="en-US" sz="2000" b="1">
                <a:solidFill>
                  <a:schemeClr val="bg1"/>
                </a:solidFill>
              </a:rPr>
              <a:t>č</a:t>
            </a:r>
            <a:r>
              <a:rPr lang="en-US" altLang="en-US" sz="2000" b="1">
                <a:solidFill>
                  <a:schemeClr val="bg1"/>
                </a:solidFill>
              </a:rPr>
              <a:t>nog LSB-a? </a:t>
            </a:r>
            <a:endParaRPr lang="en-US" altLang="en-US" sz="2000" b="1">
              <a:solidFill>
                <a:schemeClr val="bg1"/>
              </a:solidFill>
            </a:endParaRPr>
          </a:p>
          <a:p>
            <a:pPr marL="285750" indent="-285750">
              <a:buFont typeface="Wingdings" panose="05000000000000000000" charset="0"/>
              <a:buChar char="v"/>
            </a:pPr>
            <a:endParaRPr lang="en-US" altLang="en-US" sz="2000">
              <a:solidFill>
                <a:schemeClr val="bg1"/>
              </a:solidFill>
            </a:endParaRPr>
          </a:p>
          <a:p>
            <a:pPr marL="285750" indent="-285750">
              <a:buFont typeface="Wingdings" panose="05000000000000000000" charset="0"/>
              <a:buChar char="v"/>
            </a:pPr>
            <a:r>
              <a:rPr lang="en-US" altLang="en-US" sz="2000" b="1">
                <a:solidFill>
                  <a:schemeClr val="bg1"/>
                </a:solidFill>
              </a:rPr>
              <a:t>Rezultat: Globalni Hi-kvadrat test sa po</a:t>
            </a:r>
            <a:r>
              <a:rPr lang="" altLang="en-US" sz="2000" b="1">
                <a:solidFill>
                  <a:schemeClr val="bg1"/>
                </a:solidFill>
              </a:rPr>
              <a:t>č</a:t>
            </a:r>
            <a:r>
              <a:rPr lang="en-US" altLang="en-US" sz="2000" b="1">
                <a:solidFill>
                  <a:schemeClr val="bg1"/>
                </a:solidFill>
              </a:rPr>
              <a:t>etka slike vi</a:t>
            </a:r>
            <a:r>
              <a:rPr lang="" altLang="en-US" sz="2000" b="1">
                <a:solidFill>
                  <a:schemeClr val="bg1"/>
                </a:solidFill>
              </a:rPr>
              <a:t>š</a:t>
            </a:r>
            <a:r>
              <a:rPr lang="en-US" altLang="en-US" sz="2000" b="1">
                <a:solidFill>
                  <a:schemeClr val="bg1"/>
                </a:solidFill>
              </a:rPr>
              <a:t>e ne vidi anomaliju jer je </a:t>
            </a:r>
            <a:r>
              <a:rPr lang="" altLang="en-US" sz="2000" b="1">
                <a:solidFill>
                  <a:schemeClr val="bg1"/>
                </a:solidFill>
              </a:rPr>
              <a:t>š</a:t>
            </a:r>
            <a:r>
              <a:rPr lang="en-US" altLang="en-US" sz="2000" b="1">
                <a:solidFill>
                  <a:schemeClr val="bg1"/>
                </a:solidFill>
              </a:rPr>
              <a:t>um previ</a:t>
            </a:r>
            <a:r>
              <a:rPr lang="" altLang="en-US" sz="2000" b="1">
                <a:solidFill>
                  <a:schemeClr val="bg1"/>
                </a:solidFill>
              </a:rPr>
              <a:t>š</a:t>
            </a:r>
            <a:r>
              <a:rPr lang="en-US" altLang="en-US" sz="2000" b="1">
                <a:solidFill>
                  <a:schemeClr val="bg1"/>
                </a:solidFill>
              </a:rPr>
              <a:t>e razvu</a:t>
            </a:r>
            <a:r>
              <a:rPr lang="" altLang="en-US" sz="2000" b="1">
                <a:solidFill>
                  <a:schemeClr val="bg1"/>
                </a:solidFill>
              </a:rPr>
              <a:t>č</a:t>
            </a:r>
            <a:r>
              <a:rPr lang="en-US" altLang="en-US" sz="2000" b="1">
                <a:solidFill>
                  <a:schemeClr val="bg1"/>
                </a:solidFill>
              </a:rPr>
              <a:t>en.</a:t>
            </a:r>
            <a:endParaRPr lang="en-US" altLang="en-US" sz="2000" b="1">
              <a:solidFill>
                <a:schemeClr val="bg1"/>
              </a:solidFill>
            </a:endParaRPr>
          </a:p>
          <a:p>
            <a:pPr marL="285750" indent="-285750">
              <a:buFont typeface="Wingdings" panose="05000000000000000000" charset="0"/>
              <a:buChar char="v"/>
            </a:pPr>
            <a:endParaRPr lang="en-US" altLang="en-US" sz="2000">
              <a:solidFill>
                <a:schemeClr val="bg1"/>
              </a:solidFill>
            </a:endParaRPr>
          </a:p>
          <a:p>
            <a:pPr marL="285750" indent="-285750">
              <a:buFont typeface="Wingdings" panose="05000000000000000000" charset="0"/>
              <a:buChar char="v"/>
            </a:pPr>
            <a:r>
              <a:rPr lang="en-US" altLang="en-US" sz="2000" b="1">
                <a:solidFill>
                  <a:schemeClr val="bg1"/>
                </a:solidFill>
              </a:rPr>
              <a:t>Kako ipak pada? </a:t>
            </a:r>
            <a:r>
              <a:rPr lang="sr-Latn-RS" altLang="en-US" sz="2000" b="1">
                <a:solidFill>
                  <a:schemeClr val="bg1"/>
                </a:solidFill>
              </a:rPr>
              <a:t>(Sliding window)</a:t>
            </a:r>
            <a:endParaRPr lang="sr-Latn-RS" altLang="en-US" sz="2000" b="1">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t>OutGuess 0.2 i F5</a:t>
            </a:r>
            <a:endParaRPr lang="en-US" altLang="en-US"/>
          </a:p>
        </p:txBody>
      </p:sp>
      <p:sp>
        <p:nvSpPr>
          <p:cNvPr id="3" name="Text Box 2"/>
          <p:cNvSpPr txBox="1"/>
          <p:nvPr/>
        </p:nvSpPr>
        <p:spPr>
          <a:xfrm>
            <a:off x="2494280" y="2251075"/>
            <a:ext cx="7204075" cy="2861310"/>
          </a:xfrm>
          <a:prstGeom prst="rect">
            <a:avLst/>
          </a:prstGeom>
          <a:noFill/>
        </p:spPr>
        <p:txBody>
          <a:bodyPr wrap="square" rtlCol="0">
            <a:spAutoFit/>
          </a:bodyPr>
          <a:p>
            <a:pPr marL="285750" indent="-285750">
              <a:buFont typeface="Wingdings" panose="05000000000000000000" charset="0"/>
              <a:buChar char="v"/>
            </a:pPr>
            <a:r>
              <a:rPr lang="en-US" altLang="en-US" sz="2000" b="1">
                <a:solidFill>
                  <a:schemeClr val="bg1"/>
                </a:solidFill>
              </a:rPr>
              <a:t>OutGuess 0.2 – Korektivne transformacije:</a:t>
            </a:r>
            <a:endParaRPr lang="en-US" altLang="en-US" sz="2000" b="1">
              <a:solidFill>
                <a:schemeClr val="bg1"/>
              </a:solidFill>
            </a:endParaRPr>
          </a:p>
          <a:p>
            <a:pPr marL="285750" indent="-285750">
              <a:buFont typeface="Wingdings" panose="05000000000000000000" charset="0"/>
              <a:buChar char="v"/>
            </a:pPr>
            <a:endParaRPr lang="en-US" altLang="en-US" sz="2000" b="1">
              <a:solidFill>
                <a:schemeClr val="bg1"/>
              </a:solidFill>
            </a:endParaRPr>
          </a:p>
          <a:p>
            <a:pPr marL="742950" lvl="1" indent="-285750">
              <a:buFont typeface="Wingdings" panose="05000000000000000000" charset="0"/>
              <a:buChar char="v"/>
            </a:pPr>
            <a:r>
              <a:rPr lang="en-US" altLang="en-US" sz="2000" b="1">
                <a:solidFill>
                  <a:schemeClr val="bg1"/>
                </a:solidFill>
              </a:rPr>
              <a:t>Ideja</a:t>
            </a:r>
            <a:r>
              <a:rPr lang="sr-Latn-RS" altLang="en-US" sz="2000" b="1">
                <a:solidFill>
                  <a:schemeClr val="bg1"/>
                </a:solidFill>
              </a:rPr>
              <a:t> (Veštačka popravka histograma)</a:t>
            </a:r>
            <a:endParaRPr lang="en-US" altLang="en-US" sz="2000" b="1">
              <a:solidFill>
                <a:schemeClr val="bg1"/>
              </a:solidFill>
            </a:endParaRPr>
          </a:p>
          <a:p>
            <a:pPr marL="285750" indent="-285750">
              <a:buFont typeface="Wingdings" panose="05000000000000000000" charset="0"/>
              <a:buChar char="v"/>
            </a:pPr>
            <a:endParaRPr lang="en-US" altLang="en-US" sz="2000" b="1">
              <a:solidFill>
                <a:schemeClr val="bg1"/>
              </a:solidFill>
            </a:endParaRPr>
          </a:p>
          <a:p>
            <a:pPr marL="285750" indent="-285750">
              <a:buFont typeface="Wingdings" panose="05000000000000000000" charset="0"/>
              <a:buChar char="v"/>
            </a:pPr>
            <a:r>
              <a:rPr lang="en-US" altLang="en-US" sz="2000" b="1">
                <a:solidFill>
                  <a:schemeClr val="bg1"/>
                </a:solidFill>
              </a:rPr>
              <a:t>F5 – Matri</a:t>
            </a:r>
            <a:r>
              <a:rPr lang="" altLang="en-US" sz="2000" b="1">
                <a:solidFill>
                  <a:schemeClr val="bg1"/>
                </a:solidFill>
              </a:rPr>
              <a:t>č</a:t>
            </a:r>
            <a:r>
              <a:rPr lang="en-US" altLang="en-US" sz="2000" b="1">
                <a:solidFill>
                  <a:schemeClr val="bg1"/>
                </a:solidFill>
              </a:rPr>
              <a:t>no kodiranje (Hammingov kod):</a:t>
            </a:r>
            <a:endParaRPr lang="en-US" altLang="en-US" sz="2000" b="1">
              <a:solidFill>
                <a:schemeClr val="bg1"/>
              </a:solidFill>
            </a:endParaRPr>
          </a:p>
          <a:p>
            <a:pPr marL="285750" indent="-285750">
              <a:buFont typeface="Wingdings" panose="05000000000000000000" charset="0"/>
              <a:buChar char="v"/>
            </a:pPr>
            <a:endParaRPr lang="en-US" altLang="en-US" sz="2000" b="1">
              <a:solidFill>
                <a:schemeClr val="bg1"/>
              </a:solidFill>
            </a:endParaRPr>
          </a:p>
          <a:p>
            <a:pPr marL="742950" lvl="1" indent="-285750">
              <a:buFont typeface="Wingdings" panose="05000000000000000000" charset="0"/>
              <a:buChar char="v"/>
            </a:pPr>
            <a:r>
              <a:rPr lang="en-US" altLang="en-US" sz="2000" b="1">
                <a:solidFill>
                  <a:schemeClr val="bg1"/>
                </a:solidFill>
              </a:rPr>
              <a:t>Ideja: </a:t>
            </a:r>
            <a:r>
              <a:rPr lang="sr-Latn-RS" altLang="en-US" sz="2000" b="1">
                <a:solidFill>
                  <a:schemeClr val="bg1"/>
                </a:solidFill>
              </a:rPr>
              <a:t>Oduzimanje bitova</a:t>
            </a:r>
            <a:endParaRPr lang="en-US" altLang="en-US" sz="2000" b="1">
              <a:solidFill>
                <a:schemeClr val="bg1"/>
              </a:solidFill>
            </a:endParaRPr>
          </a:p>
          <a:p>
            <a:pPr marL="285750" indent="-285750">
              <a:buFont typeface="Wingdings" panose="05000000000000000000" charset="0"/>
              <a:buChar char="v"/>
            </a:pPr>
            <a:endParaRPr lang="en-US" altLang="en-US" sz="2000" b="1">
              <a:solidFill>
                <a:schemeClr val="bg1"/>
              </a:solidFill>
            </a:endParaRPr>
          </a:p>
          <a:p>
            <a:pPr marL="742950" lvl="1" indent="-285750">
              <a:buFont typeface="Wingdings" panose="05000000000000000000" charset="0"/>
              <a:buChar char="v"/>
            </a:pPr>
            <a:r>
              <a:rPr lang="en-US" altLang="en-US" sz="2000" b="1">
                <a:solidFill>
                  <a:schemeClr val="bg1"/>
                </a:solidFill>
              </a:rPr>
              <a:t>Efekat: </a:t>
            </a:r>
            <a:r>
              <a:rPr lang="sr-Latn-RS" altLang="en-US" sz="2000" b="1">
                <a:solidFill>
                  <a:schemeClr val="bg1"/>
                </a:solidFill>
              </a:rPr>
              <a:t>Upis veće količine podataka sa manjim izmenama</a:t>
            </a:r>
            <a:endParaRPr lang="sr-Latn-RS" altLang="en-US" sz="2000" b="1">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文本占位符 2"/>
          <p:cNvSpPr>
            <a:spLocks noGrp="1"/>
          </p:cNvSpPr>
          <p:nvPr>
            <p:ph type="body" idx="1"/>
          </p:nvPr>
        </p:nvSpPr>
        <p:spPr>
          <a:xfrm>
            <a:off x="3088005" y="233680"/>
            <a:ext cx="3653155" cy="2648585"/>
          </a:xfrm>
        </p:spPr>
        <p:txBody>
          <a:bodyPr wrap="square" lIns="91440" tIns="45720" rIns="91440" bIns="45720" anchor="t" anchorCtr="0"/>
          <a:p>
            <a:pPr defTabSz="914400"/>
            <a:r>
              <a:rPr lang="en-US" altLang="en-US" sz="1200" kern="1200" dirty="0">
                <a:latin typeface="+mn-lt"/>
                <a:ea typeface="Arial" panose="020B0604020202020204" pitchFamily="34" charset="0"/>
                <a:cs typeface="+mn-cs"/>
              </a:rPr>
              <a:t>4. LSB стеганографија</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шта је LSB</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како се порука претвара у битове</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како се мења последњи бит пиксела/канала</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5. Пример</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један мали пример са 2–3 пиксела или 8 битова</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буквално пре/после</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6. Ограничења и мане</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велика порука прави траг</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ако нема кључа, extraction је лак</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LSB није отпоран на компресију/обраду</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7. Напредније варијанте</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Овде само кратко:</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JPEG/DCT</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sequential</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random</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OutGuess</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F5</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Али без дубоке математике. Само:</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шта је идеја</a:t>
            </a:r>
            <a:endParaRPr lang="en-US" altLang="en-US" sz="1200" kern="1200" dirty="0">
              <a:latin typeface="+mn-lt"/>
              <a:ea typeface="Arial" panose="020B0604020202020204" pitchFamily="34" charset="0"/>
              <a:cs typeface="+mn-cs"/>
            </a:endParaRPr>
          </a:p>
          <a:p>
            <a:pPr defTabSz="914400"/>
            <a:r>
              <a:rPr lang="en-US" altLang="en-US" sz="1200" kern="1200" dirty="0">
                <a:latin typeface="+mn-lt"/>
                <a:ea typeface="Arial" panose="020B0604020202020204" pitchFamily="34" charset="0"/>
                <a:cs typeface="+mn-cs"/>
              </a:rPr>
              <a:t>зашто су бољи од обичног LSB</a:t>
            </a:r>
            <a:endParaRPr lang="en-US" altLang="en-US" sz="1200" kern="1200" dirty="0">
              <a:latin typeface="+mn-lt"/>
              <a:ea typeface="Arial" panose="020B0604020202020204" pitchFamily="34" charset="0"/>
              <a:cs typeface="+mn-cs"/>
            </a:endParaRPr>
          </a:p>
          <a:p>
            <a:pPr defTabSz="914400"/>
            <a:endParaRPr lang="en-US" altLang="en-US" sz="1200" kern="1200" dirty="0">
              <a:latin typeface="+mn-lt"/>
              <a:ea typeface="Arial" panose="020B0604020202020204" pitchFamily="34" charset="0"/>
              <a:cs typeface="+mn-cs"/>
            </a:endParaRPr>
          </a:p>
        </p:txBody>
      </p:sp>
      <p:sp>
        <p:nvSpPr>
          <p:cNvPr id="4" name="Text Box 3"/>
          <p:cNvSpPr txBox="1"/>
          <p:nvPr/>
        </p:nvSpPr>
        <p:spPr>
          <a:xfrm>
            <a:off x="8301990" y="932815"/>
            <a:ext cx="1910080" cy="4154170"/>
          </a:xfrm>
          <a:prstGeom prst="rect">
            <a:avLst/>
          </a:prstGeom>
          <a:noFill/>
        </p:spPr>
        <p:txBody>
          <a:bodyPr wrap="square" rtlCol="0">
            <a:spAutoFit/>
          </a:bodyPr>
          <a:p>
            <a:pPr defTabSz="914400"/>
            <a:r>
              <a:rPr lang="en-US" altLang="en-US" sz="1200" dirty="0">
                <a:solidFill>
                  <a:schemeClr val="bg1"/>
                </a:solidFill>
                <a:latin typeface="+mn-lt"/>
                <a:ea typeface="Arial" panose="020B0604020202020204" pitchFamily="34" charset="0"/>
                <a:sym typeface="+mn-ea"/>
              </a:rPr>
              <a:t>8. Криптоанализа / extraction</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ако знамо алгоритам, можемо читати LSB</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ако не знамо, можемо статистички сумњати</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код простог LSB extraction је лак</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9. Наша имплементација</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шта ради програм</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који формат подржава</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како скрива</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како чита</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како рачуна капацитет</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10. Demo</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убаци поруку</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добије stego слику</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прочита поруку</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покаже капацитет</a:t>
            </a:r>
            <a:endParaRPr lang="en-US" altLang="en-US" sz="1200" kern="1200" dirty="0">
              <a:solidFill>
                <a:schemeClr val="bg1"/>
              </a:solidFill>
              <a:latin typeface="+mn-lt"/>
              <a:ea typeface="Arial" panose="020B0604020202020204" pitchFamily="34" charset="0"/>
              <a:cs typeface="+mn-cs"/>
            </a:endParaRPr>
          </a:p>
          <a:p>
            <a:pPr defTabSz="914400"/>
            <a:r>
              <a:rPr lang="en-US" altLang="en-US" sz="1200" dirty="0">
                <a:solidFill>
                  <a:schemeClr val="bg1"/>
                </a:solidFill>
                <a:latin typeface="+mn-lt"/>
                <a:ea typeface="Arial" panose="020B0604020202020204" pitchFamily="34" charset="0"/>
                <a:sym typeface="+mn-ea"/>
              </a:rPr>
              <a:t>покаже шта се дешава</a:t>
            </a:r>
            <a:endParaRPr lang="en-US" altLang="en-US" sz="1200" dirty="0">
              <a:solidFill>
                <a:schemeClr val="bg1"/>
              </a:solidFill>
              <a:latin typeface="+mn-lt"/>
              <a:ea typeface="Arial" panose="020B0604020202020204" pitchFamily="34" charset="0"/>
              <a:sym typeface="+mn-ea"/>
            </a:endParaRPr>
          </a:p>
          <a:p>
            <a:pPr defTabSz="914400"/>
            <a:r>
              <a:rPr lang="en-US" altLang="en-US" sz="1200" dirty="0">
                <a:solidFill>
                  <a:schemeClr val="bg1"/>
                </a:solidFill>
                <a:latin typeface="+mn-lt"/>
                <a:ea typeface="Arial" panose="020B0604020202020204" pitchFamily="34" charset="0"/>
                <a:sym typeface="+mn-ea"/>
              </a:rPr>
              <a:t>кад пређеш границу</a:t>
            </a:r>
            <a:endParaRPr lang="en-US" altLang="en-US" sz="1200" kern="1200" dirty="0">
              <a:solidFill>
                <a:schemeClr val="bg1"/>
              </a:solidFill>
              <a:latin typeface="+mn-lt"/>
              <a:ea typeface="Arial" panose="020B0604020202020204" pitchFamily="34" charset="0"/>
              <a:cs typeface="+mn-cs"/>
            </a:endParaRPr>
          </a:p>
          <a:p>
            <a:pPr defTabSz="914400"/>
            <a:endParaRPr lang="en-US" altLang="en-US" sz="1200" kern="1200" dirty="0">
              <a:solidFill>
                <a:schemeClr val="bg1"/>
              </a:solidFill>
              <a:latin typeface="+mn-lt"/>
              <a:ea typeface="Arial" panose="020B0604020202020204" pitchFamily="34" charset="0"/>
              <a:cs typeface="+mn-c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1"/>
          <p:cNvPicPr>
            <a:picLocks noChangeAspect="1"/>
          </p:cNvPicPr>
          <p:nvPr/>
        </p:nvPicPr>
        <p:blipFill>
          <a:blip r:embed="rId1"/>
          <a:stretch>
            <a:fillRect/>
          </a:stretch>
        </p:blipFill>
        <p:spPr>
          <a:xfrm>
            <a:off x="0" y="1808163"/>
            <a:ext cx="5122863" cy="3413125"/>
          </a:xfrm>
          <a:prstGeom prst="rect">
            <a:avLst/>
          </a:prstGeom>
          <a:noFill/>
          <a:ln w="9525">
            <a:noFill/>
          </a:ln>
        </p:spPr>
      </p:pic>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10243" name="矩形 7"/>
          <p:cNvSpPr/>
          <p:nvPr/>
        </p:nvSpPr>
        <p:spPr>
          <a:xfrm>
            <a:off x="7389813" y="4394200"/>
            <a:ext cx="3449637" cy="1384300"/>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0244" name="矩形 8"/>
          <p:cNvSpPr/>
          <p:nvPr/>
        </p:nvSpPr>
        <p:spPr>
          <a:xfrm>
            <a:off x="6096000" y="2243138"/>
            <a:ext cx="3286125" cy="1200150"/>
          </a:xfrm>
          <a:prstGeom prst="rect">
            <a:avLst/>
          </a:prstGeom>
          <a:noFill/>
          <a:ln w="9525">
            <a:noFill/>
          </a:ln>
        </p:spPr>
        <p:txBody>
          <a:bodyPr anchor="t" anchorCtr="0">
            <a:spAutoFit/>
          </a:bodyPr>
          <a:p>
            <a:r>
              <a:rPr lang="zh-CN" altLang="en-US" sz="2400" dirty="0">
                <a:solidFill>
                  <a:srgbClr val="1C7C5A"/>
                </a:solidFill>
                <a:latin typeface="Calibri" panose="020F0502020204030204" pitchFamily="34" charset="0"/>
                <a:ea typeface="Microsoft YaHei Light" panose="020B0502040204020203" pitchFamily="34" charset="-122"/>
              </a:rPr>
              <a:t>ORCI LUCTUS ET ULTRICES POSUERE CUBILIA CURAE; DONEC</a:t>
            </a:r>
            <a:endParaRPr lang="zh-CN" altLang="en-US" sz="2400" dirty="0">
              <a:solidFill>
                <a:srgbClr val="1C7C5A"/>
              </a:solidFill>
              <a:latin typeface="Calibri" panose="020F0502020204030204" pitchFamily="34" charset="0"/>
              <a:ea typeface="Arial" panose="020B0604020202020204" pitchFamily="34" charset="0"/>
            </a:endParaRPr>
          </a:p>
        </p:txBody>
      </p:sp>
      <p:sp>
        <p:nvSpPr>
          <p:cNvPr id="11" name="矩形 10"/>
          <p:cNvSpPr/>
          <p:nvPr/>
        </p:nvSpPr>
        <p:spPr>
          <a:xfrm>
            <a:off x="4397375" y="1808163"/>
            <a:ext cx="725488" cy="725488"/>
          </a:xfrm>
          <a:prstGeom prst="rect">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smtClean="0">
                <a:ln>
                  <a:noFill/>
                </a:ln>
                <a:solidFill>
                  <a:prstClr val="white"/>
                </a:solidFill>
                <a:effectLst/>
                <a:uLnTx/>
                <a:uFillTx/>
                <a:latin typeface="Arial" panose="020B0604020202020204" pitchFamily="34" charset="0"/>
                <a:ea typeface="+mn-ea"/>
                <a:cs typeface="+mn-cs"/>
                <a:sym typeface="+mn-ea"/>
              </a:rPr>
              <a:t>1</a:t>
            </a:r>
            <a:endParaRPr kumimoji="0" lang="zh-CN" altLang="en-US" sz="5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sym typeface="+mn-ea"/>
            </a:endParaRPr>
          </a:p>
        </p:txBody>
      </p:sp>
      <p:pic>
        <p:nvPicPr>
          <p:cNvPr id="10246" name="图片 11"/>
          <p:cNvPicPr>
            <a:picLocks noChangeAspect="1"/>
          </p:cNvPicPr>
          <p:nvPr/>
        </p:nvPicPr>
        <p:blipFill>
          <a:blip r:embed="rId2"/>
          <a:stretch>
            <a:fillRect/>
          </a:stretch>
        </p:blipFill>
        <p:spPr>
          <a:xfrm>
            <a:off x="4384675" y="4195763"/>
            <a:ext cx="2676525" cy="1784350"/>
          </a:xfrm>
          <a:prstGeom prst="rect">
            <a:avLst/>
          </a:prstGeom>
          <a:noFill/>
          <a:ln w="9525">
            <a:noFill/>
          </a:ln>
        </p:spPr>
      </p:pic>
      <p:sp>
        <p:nvSpPr>
          <p:cNvPr id="13" name="矩形 12"/>
          <p:cNvSpPr/>
          <p:nvPr/>
        </p:nvSpPr>
        <p:spPr>
          <a:xfrm>
            <a:off x="4384675" y="4195763"/>
            <a:ext cx="479425" cy="479425"/>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smtClean="0">
                <a:ln>
                  <a:noFill/>
                </a:ln>
                <a:solidFill>
                  <a:prstClr val="white"/>
                </a:solidFill>
                <a:effectLst/>
                <a:uLnTx/>
                <a:uFillTx/>
                <a:latin typeface="Arial" panose="020B0604020202020204" pitchFamily="34" charset="0"/>
                <a:ea typeface="+mn-ea"/>
                <a:cs typeface="+mn-cs"/>
                <a:sym typeface="+mn-ea"/>
              </a:rPr>
              <a:t>2</a:t>
            </a:r>
            <a:endParaRPr kumimoji="0" lang="zh-CN" altLang="en-US" sz="3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3" name="矩形 2"/>
          <p:cNvSpPr/>
          <p:nvPr/>
        </p:nvSpPr>
        <p:spPr>
          <a:xfrm>
            <a:off x="5503863" y="2133600"/>
            <a:ext cx="3009900" cy="1581150"/>
          </a:xfrm>
          <a:prstGeom prst="rect">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5" name="矩形 4"/>
          <p:cNvSpPr/>
          <p:nvPr/>
        </p:nvSpPr>
        <p:spPr>
          <a:xfrm>
            <a:off x="7943850" y="3867150"/>
            <a:ext cx="3408363" cy="158115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 name="矩形 5"/>
          <p:cNvSpPr/>
          <p:nvPr/>
        </p:nvSpPr>
        <p:spPr>
          <a:xfrm>
            <a:off x="8647113" y="2133600"/>
            <a:ext cx="1371600" cy="1581150"/>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7" name="矩形 6"/>
          <p:cNvSpPr/>
          <p:nvPr/>
        </p:nvSpPr>
        <p:spPr>
          <a:xfrm>
            <a:off x="6800850" y="4157663"/>
            <a:ext cx="989013" cy="1581150"/>
          </a:xfrm>
          <a:prstGeom prst="rect">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0" u="none" strike="noStrike" kern="1200" cap="none" spc="0" normalizeH="0" baseline="0" noProof="0" dirty="0" smtClean="0">
                <a:ln>
                  <a:noFill/>
                </a:ln>
                <a:solidFill>
                  <a:prstClr val="white"/>
                </a:solidFill>
                <a:effectLst/>
                <a:uLnTx/>
                <a:uFillTx/>
                <a:latin typeface="Arial" panose="020B0604020202020204" pitchFamily="34" charset="0"/>
                <a:ea typeface="+mn-ea"/>
                <a:cs typeface="+mn-cs"/>
                <a:sym typeface="+mn-ea"/>
              </a:rPr>
              <a:t>B</a:t>
            </a:r>
            <a:endParaRPr kumimoji="0" lang="zh-CN" altLang="en-US" sz="11500" b="0" i="0" u="none" strike="noStrike" kern="1200" cap="none" spc="0" normalizeH="0" baseline="0" noProof="0" dirty="0">
              <a:ln>
                <a:noFill/>
              </a:ln>
              <a:solidFill>
                <a:prstClr val="white"/>
              </a:solidFill>
              <a:effectLst/>
              <a:uLnTx/>
              <a:uFillTx/>
              <a:latin typeface="Arial" panose="020B0604020202020204" pitchFamily="34" charset="0"/>
              <a:ea typeface="+mn-ea"/>
              <a:cs typeface="+mn-cs"/>
              <a:sym typeface="+mn-ea"/>
            </a:endParaRPr>
          </a:p>
        </p:txBody>
      </p:sp>
      <p:sp>
        <p:nvSpPr>
          <p:cNvPr id="8" name="矩形 7"/>
          <p:cNvSpPr/>
          <p:nvPr/>
        </p:nvSpPr>
        <p:spPr>
          <a:xfrm>
            <a:off x="5314950" y="3867150"/>
            <a:ext cx="1330325" cy="1581150"/>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 name="矩形 8"/>
          <p:cNvSpPr/>
          <p:nvPr/>
        </p:nvSpPr>
        <p:spPr>
          <a:xfrm>
            <a:off x="10152063" y="2952750"/>
            <a:ext cx="1200150" cy="762000"/>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smtClean="0">
                <a:ln>
                  <a:noFill/>
                </a:ln>
                <a:solidFill>
                  <a:prstClr val="white"/>
                </a:solidFill>
                <a:effectLst/>
                <a:uLnTx/>
                <a:uFillTx/>
                <a:latin typeface="Arial" panose="020B0604020202020204" pitchFamily="34" charset="0"/>
                <a:ea typeface="+mn-ea"/>
                <a:cs typeface="+mn-cs"/>
                <a:sym typeface="+mn-ea"/>
              </a:rPr>
              <a:t>A</a:t>
            </a:r>
            <a:endParaRPr kumimoji="0" lang="zh-CN" altLang="en-US" sz="4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sym typeface="+mn-ea"/>
            </a:endParaRPr>
          </a:p>
        </p:txBody>
      </p:sp>
      <p:sp>
        <p:nvSpPr>
          <p:cNvPr id="10" name="矩形 9"/>
          <p:cNvSpPr/>
          <p:nvPr/>
        </p:nvSpPr>
        <p:spPr>
          <a:xfrm>
            <a:off x="10152063" y="2046288"/>
            <a:ext cx="1200150" cy="762000"/>
          </a:xfrm>
          <a:prstGeom prst="rect">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273" name="矩形 10"/>
          <p:cNvSpPr/>
          <p:nvPr/>
        </p:nvSpPr>
        <p:spPr>
          <a:xfrm>
            <a:off x="968375" y="3775075"/>
            <a:ext cx="3449638" cy="1384300"/>
          </a:xfrm>
          <a:prstGeom prst="rect">
            <a:avLst/>
          </a:prstGeom>
          <a:noFill/>
          <a:ln w="9525">
            <a:noFill/>
          </a:ln>
        </p:spPr>
        <p:txBody>
          <a:bodyPr anchor="t" anchorCtr="0">
            <a:spAutoFit/>
          </a:bodyPr>
          <a:p>
            <a:r>
              <a:rPr lang="zh-CN" altLang="en-US" sz="1400" dirty="0">
                <a:solidFill>
                  <a:srgbClr val="A6A6A6"/>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vehicula</a:t>
            </a:r>
            <a:endParaRPr lang="zh-CN" altLang="en-US" sz="1400" dirty="0">
              <a:solidFill>
                <a:srgbClr val="A6A6A6"/>
              </a:solidFill>
              <a:latin typeface="Calibri" panose="020F0502020204030204" pitchFamily="34" charset="0"/>
              <a:ea typeface="Arial" panose="020B0604020202020204" pitchFamily="34" charset="0"/>
            </a:endParaRPr>
          </a:p>
        </p:txBody>
      </p:sp>
      <p:sp>
        <p:nvSpPr>
          <p:cNvPr id="11274" name="矩形 11"/>
          <p:cNvSpPr/>
          <p:nvPr/>
        </p:nvSpPr>
        <p:spPr>
          <a:xfrm>
            <a:off x="969963" y="2514600"/>
            <a:ext cx="3286125" cy="1200150"/>
          </a:xfrm>
          <a:prstGeom prst="rect">
            <a:avLst/>
          </a:prstGeom>
          <a:noFill/>
          <a:ln w="9525">
            <a:noFill/>
          </a:ln>
        </p:spPr>
        <p:txBody>
          <a:bodyPr anchor="t" anchorCtr="0">
            <a:spAutoFit/>
          </a:bodyPr>
          <a:p>
            <a:r>
              <a:rPr lang="zh-CN" altLang="en-US" sz="2400" dirty="0">
                <a:solidFill>
                  <a:srgbClr val="1C7C5A"/>
                </a:solidFill>
                <a:latin typeface="Calibri" panose="020F0502020204030204" pitchFamily="34" charset="0"/>
                <a:ea typeface="Microsoft YaHei Light" panose="020B0502040204020203" pitchFamily="34" charset="-122"/>
              </a:rPr>
              <a:t>ORCI LUCTUS ET ULTRICES POSUERE CUBILIA CURAE; DONEC</a:t>
            </a:r>
            <a:endParaRPr lang="zh-CN" altLang="en-US" sz="2400" dirty="0">
              <a:solidFill>
                <a:srgbClr val="1C7C5A"/>
              </a:solidFill>
              <a:latin typeface="Calibri" panose="020F0502020204030204" pitchFamily="34" charset="0"/>
              <a:ea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3" name="矩形 2"/>
          <p:cNvSpPr/>
          <p:nvPr/>
        </p:nvSpPr>
        <p:spPr>
          <a:xfrm>
            <a:off x="7173913" y="1816100"/>
            <a:ext cx="2036763" cy="4384675"/>
          </a:xfrm>
          <a:prstGeom prst="rect">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5" name="矩形 4"/>
          <p:cNvSpPr/>
          <p:nvPr/>
        </p:nvSpPr>
        <p:spPr>
          <a:xfrm>
            <a:off x="9315450" y="1808163"/>
            <a:ext cx="2036763" cy="4392613"/>
          </a:xfrm>
          <a:prstGeom prst="rect">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13316" name="图片 5"/>
          <p:cNvPicPr>
            <a:picLocks noChangeAspect="1"/>
          </p:cNvPicPr>
          <p:nvPr/>
        </p:nvPicPr>
        <p:blipFill>
          <a:blip r:embed="rId1"/>
          <a:stretch>
            <a:fillRect/>
          </a:stretch>
        </p:blipFill>
        <p:spPr>
          <a:xfrm>
            <a:off x="812800" y="1816100"/>
            <a:ext cx="3027363" cy="2189163"/>
          </a:xfrm>
          <a:prstGeom prst="rect">
            <a:avLst/>
          </a:prstGeom>
          <a:noFill/>
          <a:ln w="9525">
            <a:noFill/>
          </a:ln>
        </p:spPr>
      </p:pic>
      <p:pic>
        <p:nvPicPr>
          <p:cNvPr id="13317" name="图片 6"/>
          <p:cNvPicPr>
            <a:picLocks noChangeAspect="1"/>
          </p:cNvPicPr>
          <p:nvPr/>
        </p:nvPicPr>
        <p:blipFill>
          <a:blip r:embed="rId2"/>
          <a:stretch>
            <a:fillRect/>
          </a:stretch>
        </p:blipFill>
        <p:spPr>
          <a:xfrm>
            <a:off x="4013200" y="4130675"/>
            <a:ext cx="3055938" cy="2022475"/>
          </a:xfrm>
          <a:prstGeom prst="rect">
            <a:avLst/>
          </a:prstGeom>
          <a:noFill/>
          <a:ln w="9525">
            <a:noFill/>
          </a:ln>
        </p:spPr>
      </p:pic>
      <p:sp>
        <p:nvSpPr>
          <p:cNvPr id="8" name="矩形 7"/>
          <p:cNvSpPr/>
          <p:nvPr/>
        </p:nvSpPr>
        <p:spPr>
          <a:xfrm>
            <a:off x="4013200" y="1816100"/>
            <a:ext cx="3055938" cy="2189163"/>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 name="矩形 8"/>
          <p:cNvSpPr/>
          <p:nvPr/>
        </p:nvSpPr>
        <p:spPr>
          <a:xfrm>
            <a:off x="779463" y="4130675"/>
            <a:ext cx="3057525" cy="2070100"/>
          </a:xfrm>
          <a:prstGeom prst="rect">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3320" name="矩形 9"/>
          <p:cNvSpPr/>
          <p:nvPr/>
        </p:nvSpPr>
        <p:spPr>
          <a:xfrm>
            <a:off x="4113213" y="2109788"/>
            <a:ext cx="2855912" cy="1600200"/>
          </a:xfrm>
          <a:prstGeom prst="rect">
            <a:avLst/>
          </a:prstGeom>
          <a:noFill/>
          <a:ln w="9525">
            <a:noFill/>
          </a:ln>
        </p:spPr>
        <p:txBody>
          <a:bodyPr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Elementum sed sit amet dui. Quisque velit nisi. pretium ut lacinia in. elementum id enim. Vestibulum ac diam sit amet quam vehicula elementum sed sit amet dui. Quisque velit nisi. pretium ut lacinia in. elementum id enim. Lorem ipsum</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3321" name="矩形 10"/>
          <p:cNvSpPr/>
          <p:nvPr/>
        </p:nvSpPr>
        <p:spPr>
          <a:xfrm>
            <a:off x="898525" y="4341813"/>
            <a:ext cx="2855913" cy="1600200"/>
          </a:xfrm>
          <a:prstGeom prst="rect">
            <a:avLst/>
          </a:prstGeom>
          <a:noFill/>
          <a:ln w="9525">
            <a:noFill/>
          </a:ln>
        </p:spPr>
        <p:txBody>
          <a:bodyPr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Elementum sed sit amet dui. Quisque velit nisi. pretium ut lacinia in. elementum id enim. Vestibulum ac diam sit amet quam vehicula elementum sed sit amet dui. Quisque velit nisi. pretium ut lacinia in. elementum id enim. Lorem ipsum</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2" name="椭圆 11"/>
          <p:cNvSpPr/>
          <p:nvPr/>
        </p:nvSpPr>
        <p:spPr>
          <a:xfrm>
            <a:off x="7735888" y="275590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smtClean="0">
                <a:ln>
                  <a:noFill/>
                </a:ln>
                <a:solidFill>
                  <a:srgbClr val="675E8C"/>
                </a:solidFill>
                <a:effectLst/>
                <a:uLnTx/>
                <a:uFillTx/>
                <a:latin typeface="+mn-lt"/>
                <a:ea typeface="+mn-ea"/>
                <a:cs typeface="+mn-cs"/>
                <a:sym typeface="+mn-ea"/>
              </a:rPr>
              <a:t>A</a:t>
            </a:r>
            <a:endParaRPr kumimoji="0" lang="zh-CN" altLang="en-US" sz="6600" b="0" i="0" u="none" strike="noStrike" kern="1200" cap="none" spc="0" normalizeH="0" baseline="0" noProof="0" dirty="0">
              <a:ln>
                <a:noFill/>
              </a:ln>
              <a:solidFill>
                <a:srgbClr val="675E8C"/>
              </a:solidFill>
              <a:effectLst/>
              <a:uLnTx/>
              <a:uFillTx/>
              <a:latin typeface="+mn-lt"/>
              <a:ea typeface="+mn-ea"/>
              <a:cs typeface="+mn-cs"/>
              <a:sym typeface="+mn-ea"/>
            </a:endParaRPr>
          </a:p>
        </p:txBody>
      </p:sp>
      <p:sp>
        <p:nvSpPr>
          <p:cNvPr id="13" name="椭圆 12"/>
          <p:cNvSpPr/>
          <p:nvPr/>
        </p:nvSpPr>
        <p:spPr>
          <a:xfrm>
            <a:off x="9877425" y="275590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E36C64"/>
                </a:solidFill>
                <a:effectLst/>
                <a:uLnTx/>
                <a:uFillTx/>
                <a:latin typeface="+mn-lt"/>
                <a:ea typeface="+mn-ea"/>
                <a:cs typeface="+mn-cs"/>
                <a:sym typeface="+mn-ea"/>
              </a:rPr>
              <a:t>B</a:t>
            </a:r>
            <a:endParaRPr kumimoji="0" lang="zh-CN" altLang="en-US" sz="6600" b="0" i="0" u="none" strike="noStrike" kern="1200" cap="none" spc="0" normalizeH="0" baseline="0" noProof="0" dirty="0">
              <a:ln>
                <a:noFill/>
              </a:ln>
              <a:solidFill>
                <a:srgbClr val="E36C64"/>
              </a:solidFill>
              <a:effectLst/>
              <a:uLnTx/>
              <a:uFillTx/>
              <a:latin typeface="+mn-lt"/>
              <a:ea typeface="+mn-ea"/>
              <a:cs typeface="+mn-cs"/>
              <a:sym typeface="+mn-ea"/>
            </a:endParaRPr>
          </a:p>
        </p:txBody>
      </p:sp>
      <p:sp>
        <p:nvSpPr>
          <p:cNvPr id="13324" name="矩形 13"/>
          <p:cNvSpPr/>
          <p:nvPr/>
        </p:nvSpPr>
        <p:spPr>
          <a:xfrm>
            <a:off x="7404100" y="4186238"/>
            <a:ext cx="1576388"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3325" name="矩形 14"/>
          <p:cNvSpPr/>
          <p:nvPr/>
        </p:nvSpPr>
        <p:spPr>
          <a:xfrm>
            <a:off x="7369175" y="3878263"/>
            <a:ext cx="1647825" cy="307975"/>
          </a:xfrm>
          <a:prstGeom prst="rect">
            <a:avLst/>
          </a:prstGeom>
          <a:noFill/>
          <a:ln w="9525">
            <a:noFill/>
          </a:ln>
        </p:spPr>
        <p:txBody>
          <a:bodyPr wrap="none" anchor="t" anchorCtr="0">
            <a:spAutoFit/>
          </a:bodyPr>
          <a:p>
            <a:pPr algn="ctr"/>
            <a:r>
              <a:rPr lang="en-US" altLang="zh-CN" sz="1400" dirty="0">
                <a:solidFill>
                  <a:schemeClr val="bg1"/>
                </a:solidFill>
                <a:latin typeface="Arial" panose="020B0604020202020204" pitchFamily="34" charset="0"/>
                <a:ea typeface="Microsoft YaHei Light" panose="020B0502040204020203" pitchFamily="34" charset="-122"/>
              </a:rPr>
              <a:t>ADD YOUR TEXT</a:t>
            </a:r>
            <a:endParaRPr lang="en-US" altLang="zh-CN" sz="1400" dirty="0">
              <a:solidFill>
                <a:schemeClr val="bg1"/>
              </a:solidFill>
              <a:latin typeface="Arial" panose="020B0604020202020204" pitchFamily="34" charset="0"/>
              <a:ea typeface="Arial" panose="020B0604020202020204" pitchFamily="34" charset="0"/>
            </a:endParaRPr>
          </a:p>
        </p:txBody>
      </p:sp>
      <p:sp>
        <p:nvSpPr>
          <p:cNvPr id="13326" name="矩形 15"/>
          <p:cNvSpPr/>
          <p:nvPr/>
        </p:nvSpPr>
        <p:spPr>
          <a:xfrm>
            <a:off x="9545638" y="4186238"/>
            <a:ext cx="1576387"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3327" name="矩形 16"/>
          <p:cNvSpPr/>
          <p:nvPr/>
        </p:nvSpPr>
        <p:spPr>
          <a:xfrm>
            <a:off x="9509125" y="3878263"/>
            <a:ext cx="1649413" cy="307975"/>
          </a:xfrm>
          <a:prstGeom prst="rect">
            <a:avLst/>
          </a:prstGeom>
          <a:noFill/>
          <a:ln w="9525">
            <a:noFill/>
          </a:ln>
        </p:spPr>
        <p:txBody>
          <a:bodyPr wrap="none" anchor="t" anchorCtr="0">
            <a:spAutoFit/>
          </a:bodyPr>
          <a:p>
            <a:pPr algn="ctr"/>
            <a:r>
              <a:rPr lang="en-US" altLang="zh-CN" sz="1400" dirty="0">
                <a:solidFill>
                  <a:schemeClr val="bg1"/>
                </a:solidFill>
                <a:latin typeface="Arial" panose="020B0604020202020204" pitchFamily="34" charset="0"/>
                <a:ea typeface="Microsoft YaHei Light" panose="020B0502040204020203" pitchFamily="34" charset="-122"/>
              </a:rPr>
              <a:t>ADD YOUR TEXT</a:t>
            </a:r>
            <a:endParaRPr lang="en-US" altLang="zh-CN" sz="1400" dirty="0">
              <a:solidFill>
                <a:schemeClr val="bg1"/>
              </a:solidFill>
              <a:latin typeface="Arial" panose="020B0604020202020204" pitchFamily="34" charset="0"/>
              <a:ea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5" name="矩形 4"/>
          <p:cNvSpPr/>
          <p:nvPr/>
        </p:nvSpPr>
        <p:spPr>
          <a:xfrm>
            <a:off x="839788" y="1958975"/>
            <a:ext cx="2543175" cy="41354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 name="矩形 5"/>
          <p:cNvSpPr/>
          <p:nvPr/>
        </p:nvSpPr>
        <p:spPr>
          <a:xfrm>
            <a:off x="3495675" y="1958975"/>
            <a:ext cx="2543175" cy="41354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7" name="矩形 6"/>
          <p:cNvSpPr/>
          <p:nvPr/>
        </p:nvSpPr>
        <p:spPr>
          <a:xfrm>
            <a:off x="6153150" y="1958975"/>
            <a:ext cx="2543175" cy="41354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8" name="矩形 7"/>
          <p:cNvSpPr/>
          <p:nvPr/>
        </p:nvSpPr>
        <p:spPr>
          <a:xfrm>
            <a:off x="8809038" y="1958975"/>
            <a:ext cx="2543175" cy="41354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 name="矩形 8"/>
          <p:cNvSpPr/>
          <p:nvPr/>
        </p:nvSpPr>
        <p:spPr>
          <a:xfrm>
            <a:off x="839788" y="1958975"/>
            <a:ext cx="2543175" cy="595313"/>
          </a:xfrm>
          <a:prstGeom prst="rect">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0" name="矩形 9"/>
          <p:cNvSpPr/>
          <p:nvPr/>
        </p:nvSpPr>
        <p:spPr>
          <a:xfrm>
            <a:off x="3495675" y="1958975"/>
            <a:ext cx="2543175" cy="595313"/>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 name="矩形 10"/>
          <p:cNvSpPr/>
          <p:nvPr/>
        </p:nvSpPr>
        <p:spPr>
          <a:xfrm>
            <a:off x="6153150" y="1958975"/>
            <a:ext cx="2543175" cy="595313"/>
          </a:xfrm>
          <a:prstGeom prst="rect">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2" name="矩形 11"/>
          <p:cNvSpPr/>
          <p:nvPr/>
        </p:nvSpPr>
        <p:spPr>
          <a:xfrm>
            <a:off x="8809038" y="1958975"/>
            <a:ext cx="2543175" cy="595313"/>
          </a:xfrm>
          <a:prstGeom prst="rect">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5370" name="矩形 12"/>
          <p:cNvSpPr/>
          <p:nvPr/>
        </p:nvSpPr>
        <p:spPr>
          <a:xfrm>
            <a:off x="876300" y="3278188"/>
            <a:ext cx="2470150" cy="2030412"/>
          </a:xfrm>
          <a:prstGeom prst="rect">
            <a:avLst/>
          </a:prstGeom>
          <a:noFill/>
          <a:ln w="9525">
            <a:noFill/>
          </a:ln>
        </p:spPr>
        <p:txBody>
          <a:bodyPr anchor="t" anchorCtr="0">
            <a:spAutoFit/>
          </a:bodyPr>
          <a:p>
            <a:pPr algn="ctr"/>
            <a:r>
              <a:rPr lang="zh-CN" altLang="en-US" sz="1400" dirty="0">
                <a:solidFill>
                  <a:srgbClr val="2E2B26"/>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amet ligulaNulla quis</a:t>
            </a:r>
            <a:endParaRPr lang="zh-CN" altLang="en-US" sz="1400" dirty="0">
              <a:solidFill>
                <a:srgbClr val="2E2B26"/>
              </a:solidFill>
              <a:latin typeface="Calibri" panose="020F0502020204030204" pitchFamily="34" charset="0"/>
              <a:ea typeface="Arial" panose="020B0604020202020204" pitchFamily="34" charset="0"/>
            </a:endParaRPr>
          </a:p>
        </p:txBody>
      </p:sp>
      <p:sp>
        <p:nvSpPr>
          <p:cNvPr id="15371" name="矩形 13"/>
          <p:cNvSpPr/>
          <p:nvPr/>
        </p:nvSpPr>
        <p:spPr>
          <a:xfrm>
            <a:off x="1347788" y="2087563"/>
            <a:ext cx="1527175" cy="338137"/>
          </a:xfrm>
          <a:prstGeom prst="rect">
            <a:avLst/>
          </a:prstGeom>
          <a:noFill/>
          <a:ln w="9525">
            <a:noFill/>
          </a:ln>
        </p:spPr>
        <p:txBody>
          <a:bodyPr wrap="none" anchor="t" anchorCtr="0">
            <a:spAutoFit/>
          </a:bodyPr>
          <a:p>
            <a:pPr algn="ctr"/>
            <a:r>
              <a:rPr lang="en-US" altLang="zh-CN" sz="1600" dirty="0">
                <a:solidFill>
                  <a:schemeClr val="bg1"/>
                </a:solidFill>
                <a:latin typeface="Calibri" panose="020F0502020204030204" pitchFamily="34" charset="0"/>
                <a:ea typeface="Microsoft YaHei Light" panose="020B0502040204020203" pitchFamily="34" charset="-122"/>
              </a:rPr>
              <a:t>ADD YOUR TEXT</a:t>
            </a:r>
            <a:endParaRPr lang="en-US" altLang="zh-CN" sz="1600" dirty="0">
              <a:solidFill>
                <a:schemeClr val="bg1"/>
              </a:solidFill>
              <a:latin typeface="Calibri" panose="020F0502020204030204" pitchFamily="34" charset="0"/>
              <a:ea typeface="Arial" panose="020B0604020202020204" pitchFamily="34" charset="0"/>
            </a:endParaRPr>
          </a:p>
        </p:txBody>
      </p:sp>
      <p:sp>
        <p:nvSpPr>
          <p:cNvPr id="15372" name="文本框 14"/>
          <p:cNvSpPr txBox="1"/>
          <p:nvPr/>
        </p:nvSpPr>
        <p:spPr>
          <a:xfrm>
            <a:off x="1425575" y="2693988"/>
            <a:ext cx="1354138" cy="522287"/>
          </a:xfrm>
          <a:prstGeom prst="rect">
            <a:avLst/>
          </a:prstGeom>
          <a:noFill/>
          <a:ln w="9525">
            <a:noFill/>
          </a:ln>
        </p:spPr>
        <p:txBody>
          <a:bodyPr wrap="none" anchor="t" anchorCtr="0">
            <a:spAutoFit/>
          </a:bodyPr>
          <a:p>
            <a:r>
              <a:rPr lang="en-US" altLang="zh-CN" sz="2800" dirty="0">
                <a:solidFill>
                  <a:srgbClr val="000000"/>
                </a:solidFill>
                <a:latin typeface="Calibri" panose="020F0502020204030204" pitchFamily="34" charset="0"/>
                <a:ea typeface="Microsoft YaHei Light" panose="020B0502040204020203" pitchFamily="34" charset="-122"/>
              </a:rPr>
              <a:t>239.233</a:t>
            </a:r>
            <a:endParaRPr lang="zh-CN" altLang="en-US" sz="2800" dirty="0">
              <a:solidFill>
                <a:srgbClr val="000000"/>
              </a:solidFill>
              <a:latin typeface="Calibri" panose="020F0502020204030204" pitchFamily="34" charset="0"/>
              <a:ea typeface="Arial" panose="020B0604020202020204" pitchFamily="34" charset="0"/>
            </a:endParaRPr>
          </a:p>
        </p:txBody>
      </p:sp>
      <p:sp>
        <p:nvSpPr>
          <p:cNvPr id="16" name="矩形 15"/>
          <p:cNvSpPr/>
          <p:nvPr/>
        </p:nvSpPr>
        <p:spPr>
          <a:xfrm>
            <a:off x="1425575" y="5495925"/>
            <a:ext cx="1371600" cy="411163"/>
          </a:xfrm>
          <a:prstGeom prst="rect">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5374" name="矩形 16"/>
          <p:cNvSpPr/>
          <p:nvPr/>
        </p:nvSpPr>
        <p:spPr>
          <a:xfrm>
            <a:off x="1506538" y="5532438"/>
            <a:ext cx="996950"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YOUR TEXT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5375" name="矩形 17"/>
          <p:cNvSpPr/>
          <p:nvPr/>
        </p:nvSpPr>
        <p:spPr>
          <a:xfrm>
            <a:off x="3522663" y="3278188"/>
            <a:ext cx="2468562" cy="2030412"/>
          </a:xfrm>
          <a:prstGeom prst="rect">
            <a:avLst/>
          </a:prstGeom>
          <a:noFill/>
          <a:ln w="9525">
            <a:noFill/>
          </a:ln>
        </p:spPr>
        <p:txBody>
          <a:bodyPr anchor="t" anchorCtr="0">
            <a:spAutoFit/>
          </a:bodyPr>
          <a:p>
            <a:pPr algn="ctr"/>
            <a:r>
              <a:rPr lang="zh-CN" altLang="en-US" sz="1400" dirty="0">
                <a:solidFill>
                  <a:srgbClr val="2E2B26"/>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amet ligulaNulla quis</a:t>
            </a:r>
            <a:endParaRPr lang="zh-CN" altLang="en-US" sz="1400" dirty="0">
              <a:solidFill>
                <a:srgbClr val="2E2B26"/>
              </a:solidFill>
              <a:latin typeface="Calibri" panose="020F0502020204030204" pitchFamily="34" charset="0"/>
              <a:ea typeface="Arial" panose="020B0604020202020204" pitchFamily="34" charset="0"/>
            </a:endParaRPr>
          </a:p>
        </p:txBody>
      </p:sp>
      <p:sp>
        <p:nvSpPr>
          <p:cNvPr id="15376" name="矩形 18"/>
          <p:cNvSpPr/>
          <p:nvPr/>
        </p:nvSpPr>
        <p:spPr>
          <a:xfrm>
            <a:off x="3836988" y="2087563"/>
            <a:ext cx="1838325" cy="338137"/>
          </a:xfrm>
          <a:prstGeom prst="rect">
            <a:avLst/>
          </a:prstGeom>
          <a:noFill/>
          <a:ln w="9525">
            <a:noFill/>
          </a:ln>
        </p:spPr>
        <p:txBody>
          <a:bodyPr wrap="none" anchor="t" anchorCtr="0">
            <a:spAutoFit/>
          </a:bodyPr>
          <a:p>
            <a:pPr algn="ctr"/>
            <a:r>
              <a:rPr lang="en-US" altLang="zh-CN" sz="1600" dirty="0">
                <a:solidFill>
                  <a:srgbClr val="FFFFFF"/>
                </a:solidFill>
                <a:latin typeface="Arial" panose="020B0604020202020204" pitchFamily="34" charset="0"/>
                <a:ea typeface="Microsoft YaHei Light" panose="020B0502040204020203" pitchFamily="34" charset="-122"/>
              </a:rPr>
              <a:t>ADD YOUR TEXT</a:t>
            </a:r>
            <a:endParaRPr lang="en-US" altLang="zh-CN" sz="1600" dirty="0">
              <a:solidFill>
                <a:srgbClr val="FFFFFF"/>
              </a:solidFill>
              <a:latin typeface="Arial" panose="020B0604020202020204" pitchFamily="34" charset="0"/>
              <a:ea typeface="Arial" panose="020B0604020202020204" pitchFamily="34" charset="0"/>
            </a:endParaRPr>
          </a:p>
        </p:txBody>
      </p:sp>
      <p:sp>
        <p:nvSpPr>
          <p:cNvPr id="15377" name="文本框 19"/>
          <p:cNvSpPr txBox="1"/>
          <p:nvPr/>
        </p:nvSpPr>
        <p:spPr>
          <a:xfrm>
            <a:off x="4071938" y="2693988"/>
            <a:ext cx="1354137" cy="522287"/>
          </a:xfrm>
          <a:prstGeom prst="rect">
            <a:avLst/>
          </a:prstGeom>
          <a:noFill/>
          <a:ln w="9525">
            <a:noFill/>
          </a:ln>
        </p:spPr>
        <p:txBody>
          <a:bodyPr wrap="none" anchor="t" anchorCtr="0">
            <a:spAutoFit/>
          </a:bodyPr>
          <a:p>
            <a:r>
              <a:rPr lang="en-US" altLang="zh-CN" sz="2800" dirty="0">
                <a:solidFill>
                  <a:srgbClr val="000000"/>
                </a:solidFill>
                <a:latin typeface="Calibri" panose="020F0502020204030204" pitchFamily="34" charset="0"/>
                <a:ea typeface="Microsoft YaHei Light" panose="020B0502040204020203" pitchFamily="34" charset="-122"/>
              </a:rPr>
              <a:t>359.211</a:t>
            </a:r>
            <a:endParaRPr lang="zh-CN" altLang="en-US" sz="2800" dirty="0">
              <a:solidFill>
                <a:srgbClr val="000000"/>
              </a:solidFill>
              <a:latin typeface="Calibri" panose="020F0502020204030204" pitchFamily="34" charset="0"/>
              <a:ea typeface="Arial" panose="020B0604020202020204" pitchFamily="34" charset="0"/>
            </a:endParaRPr>
          </a:p>
        </p:txBody>
      </p:sp>
      <p:sp>
        <p:nvSpPr>
          <p:cNvPr id="21" name="矩形 20"/>
          <p:cNvSpPr/>
          <p:nvPr/>
        </p:nvSpPr>
        <p:spPr>
          <a:xfrm>
            <a:off x="4071938" y="5495925"/>
            <a:ext cx="1370013" cy="411163"/>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5379" name="矩形 21"/>
          <p:cNvSpPr/>
          <p:nvPr/>
        </p:nvSpPr>
        <p:spPr>
          <a:xfrm>
            <a:off x="4152900" y="5532438"/>
            <a:ext cx="1208088" cy="307975"/>
          </a:xfrm>
          <a:prstGeom prst="rect">
            <a:avLst/>
          </a:prstGeom>
          <a:noFill/>
          <a:ln w="9525">
            <a:noFill/>
          </a:ln>
        </p:spPr>
        <p:txBody>
          <a:bodyPr wrap="none" anchor="t" anchorCtr="0">
            <a:spAutoFit/>
          </a:bodyPr>
          <a:p>
            <a:r>
              <a:rPr lang="en-US" altLang="zh-CN" sz="1400" dirty="0">
                <a:solidFill>
                  <a:srgbClr val="FFFFFF"/>
                </a:solidFill>
                <a:latin typeface="Arial" panose="020B0604020202020204" pitchFamily="34" charset="0"/>
                <a:ea typeface="Microsoft YaHei Light" panose="020B0502040204020203" pitchFamily="34" charset="-122"/>
              </a:rPr>
              <a:t>YOUR TEXT</a:t>
            </a:r>
            <a:endParaRPr lang="zh-CN" altLang="en-US" sz="1400" dirty="0">
              <a:solidFill>
                <a:srgbClr val="FFFFFF"/>
              </a:solidFill>
              <a:latin typeface="Calibri" panose="020F0502020204030204" pitchFamily="34" charset="0"/>
              <a:ea typeface="Arial" panose="020B0604020202020204" pitchFamily="34" charset="0"/>
            </a:endParaRPr>
          </a:p>
        </p:txBody>
      </p:sp>
      <p:sp>
        <p:nvSpPr>
          <p:cNvPr id="15380" name="矩形 22"/>
          <p:cNvSpPr/>
          <p:nvPr/>
        </p:nvSpPr>
        <p:spPr>
          <a:xfrm>
            <a:off x="6192838" y="3278188"/>
            <a:ext cx="2470150" cy="2030412"/>
          </a:xfrm>
          <a:prstGeom prst="rect">
            <a:avLst/>
          </a:prstGeom>
          <a:noFill/>
          <a:ln w="9525">
            <a:noFill/>
          </a:ln>
        </p:spPr>
        <p:txBody>
          <a:bodyPr anchor="t" anchorCtr="0">
            <a:spAutoFit/>
          </a:bodyPr>
          <a:p>
            <a:pPr algn="ctr"/>
            <a:r>
              <a:rPr lang="zh-CN" altLang="en-US" sz="1400" dirty="0">
                <a:solidFill>
                  <a:srgbClr val="2E2B26"/>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amet ligulaNulla quis</a:t>
            </a:r>
            <a:endParaRPr lang="zh-CN" altLang="en-US" sz="1400" dirty="0">
              <a:solidFill>
                <a:srgbClr val="2E2B26"/>
              </a:solidFill>
              <a:latin typeface="Calibri" panose="020F0502020204030204" pitchFamily="34" charset="0"/>
              <a:ea typeface="Arial" panose="020B0604020202020204" pitchFamily="34" charset="0"/>
            </a:endParaRPr>
          </a:p>
        </p:txBody>
      </p:sp>
      <p:sp>
        <p:nvSpPr>
          <p:cNvPr id="15381" name="矩形 23"/>
          <p:cNvSpPr/>
          <p:nvPr/>
        </p:nvSpPr>
        <p:spPr>
          <a:xfrm>
            <a:off x="6664325" y="2087563"/>
            <a:ext cx="1527175" cy="338137"/>
          </a:xfrm>
          <a:prstGeom prst="rect">
            <a:avLst/>
          </a:prstGeom>
          <a:noFill/>
          <a:ln w="9525">
            <a:noFill/>
          </a:ln>
        </p:spPr>
        <p:txBody>
          <a:bodyPr wrap="none" anchor="t" anchorCtr="0">
            <a:spAutoFit/>
          </a:bodyPr>
          <a:p>
            <a:pPr algn="ctr"/>
            <a:r>
              <a:rPr lang="en-US" altLang="zh-CN" sz="1600" dirty="0">
                <a:solidFill>
                  <a:schemeClr val="bg1"/>
                </a:solidFill>
                <a:latin typeface="Calibri" panose="020F0502020204030204" pitchFamily="34" charset="0"/>
                <a:ea typeface="Microsoft YaHei Light" panose="020B0502040204020203" pitchFamily="34" charset="-122"/>
              </a:rPr>
              <a:t>ADD YOUR TEXT</a:t>
            </a:r>
            <a:endParaRPr lang="en-US" altLang="zh-CN" sz="1600" dirty="0">
              <a:solidFill>
                <a:schemeClr val="bg1"/>
              </a:solidFill>
              <a:latin typeface="Calibri" panose="020F0502020204030204" pitchFamily="34" charset="0"/>
              <a:ea typeface="Arial" panose="020B0604020202020204" pitchFamily="34" charset="0"/>
            </a:endParaRPr>
          </a:p>
        </p:txBody>
      </p:sp>
      <p:sp>
        <p:nvSpPr>
          <p:cNvPr id="15382" name="文本框 24"/>
          <p:cNvSpPr txBox="1"/>
          <p:nvPr/>
        </p:nvSpPr>
        <p:spPr>
          <a:xfrm>
            <a:off x="6742113" y="2693988"/>
            <a:ext cx="1354137" cy="522287"/>
          </a:xfrm>
          <a:prstGeom prst="rect">
            <a:avLst/>
          </a:prstGeom>
          <a:noFill/>
          <a:ln w="9525">
            <a:noFill/>
          </a:ln>
        </p:spPr>
        <p:txBody>
          <a:bodyPr wrap="none" anchor="t" anchorCtr="0">
            <a:spAutoFit/>
          </a:bodyPr>
          <a:p>
            <a:r>
              <a:rPr lang="en-US" altLang="zh-CN" sz="2800" dirty="0">
                <a:solidFill>
                  <a:srgbClr val="000000"/>
                </a:solidFill>
                <a:latin typeface="Calibri" panose="020F0502020204030204" pitchFamily="34" charset="0"/>
                <a:ea typeface="Microsoft YaHei Light" panose="020B0502040204020203" pitchFamily="34" charset="-122"/>
              </a:rPr>
              <a:t>239.233</a:t>
            </a:r>
            <a:endParaRPr lang="zh-CN" altLang="en-US" sz="2800" dirty="0">
              <a:solidFill>
                <a:srgbClr val="000000"/>
              </a:solidFill>
              <a:latin typeface="Calibri" panose="020F0502020204030204" pitchFamily="34" charset="0"/>
              <a:ea typeface="Arial" panose="020B0604020202020204" pitchFamily="34" charset="0"/>
            </a:endParaRPr>
          </a:p>
        </p:txBody>
      </p:sp>
      <p:sp>
        <p:nvSpPr>
          <p:cNvPr id="26" name="矩形 25"/>
          <p:cNvSpPr/>
          <p:nvPr/>
        </p:nvSpPr>
        <p:spPr>
          <a:xfrm>
            <a:off x="6742113" y="5495925"/>
            <a:ext cx="1371600" cy="411163"/>
          </a:xfrm>
          <a:prstGeom prst="rect">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5384" name="矩形 26"/>
          <p:cNvSpPr/>
          <p:nvPr/>
        </p:nvSpPr>
        <p:spPr>
          <a:xfrm>
            <a:off x="6823075" y="5532438"/>
            <a:ext cx="996950"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YOUR TEXT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5385" name="矩形 27"/>
          <p:cNvSpPr/>
          <p:nvPr/>
        </p:nvSpPr>
        <p:spPr>
          <a:xfrm>
            <a:off x="8839200" y="3278188"/>
            <a:ext cx="2468563" cy="2030412"/>
          </a:xfrm>
          <a:prstGeom prst="rect">
            <a:avLst/>
          </a:prstGeom>
          <a:noFill/>
          <a:ln w="9525">
            <a:noFill/>
          </a:ln>
        </p:spPr>
        <p:txBody>
          <a:bodyPr anchor="t" anchorCtr="0">
            <a:spAutoFit/>
          </a:bodyPr>
          <a:p>
            <a:pPr algn="ctr"/>
            <a:r>
              <a:rPr lang="zh-CN" altLang="en-US" sz="1400" dirty="0">
                <a:solidFill>
                  <a:srgbClr val="2E2B26"/>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amet ligulaNulla quis</a:t>
            </a:r>
            <a:endParaRPr lang="zh-CN" altLang="en-US" sz="1400" dirty="0">
              <a:solidFill>
                <a:srgbClr val="2E2B26"/>
              </a:solidFill>
              <a:latin typeface="Calibri" panose="020F0502020204030204" pitchFamily="34" charset="0"/>
              <a:ea typeface="Arial" panose="020B0604020202020204" pitchFamily="34" charset="0"/>
            </a:endParaRPr>
          </a:p>
        </p:txBody>
      </p:sp>
      <p:sp>
        <p:nvSpPr>
          <p:cNvPr id="15386" name="矩形 28"/>
          <p:cNvSpPr/>
          <p:nvPr/>
        </p:nvSpPr>
        <p:spPr>
          <a:xfrm>
            <a:off x="9153525" y="2087563"/>
            <a:ext cx="1838325" cy="338137"/>
          </a:xfrm>
          <a:prstGeom prst="rect">
            <a:avLst/>
          </a:prstGeom>
          <a:noFill/>
          <a:ln w="9525">
            <a:noFill/>
          </a:ln>
        </p:spPr>
        <p:txBody>
          <a:bodyPr wrap="none" anchor="t" anchorCtr="0">
            <a:spAutoFit/>
          </a:bodyPr>
          <a:p>
            <a:pPr algn="ctr"/>
            <a:r>
              <a:rPr lang="en-US" altLang="zh-CN" sz="1600" dirty="0">
                <a:solidFill>
                  <a:srgbClr val="FFFFFF"/>
                </a:solidFill>
                <a:latin typeface="Arial" panose="020B0604020202020204" pitchFamily="34" charset="0"/>
                <a:ea typeface="Microsoft YaHei Light" panose="020B0502040204020203" pitchFamily="34" charset="-122"/>
              </a:rPr>
              <a:t>ADD YOUR TEXT</a:t>
            </a:r>
            <a:endParaRPr lang="en-US" altLang="zh-CN" sz="1600" dirty="0">
              <a:solidFill>
                <a:srgbClr val="FFFFFF"/>
              </a:solidFill>
              <a:latin typeface="Arial" panose="020B0604020202020204" pitchFamily="34" charset="0"/>
              <a:ea typeface="Arial" panose="020B0604020202020204" pitchFamily="34" charset="0"/>
            </a:endParaRPr>
          </a:p>
        </p:txBody>
      </p:sp>
      <p:sp>
        <p:nvSpPr>
          <p:cNvPr id="15387" name="文本框 29"/>
          <p:cNvSpPr txBox="1"/>
          <p:nvPr/>
        </p:nvSpPr>
        <p:spPr>
          <a:xfrm>
            <a:off x="9388475" y="2693988"/>
            <a:ext cx="1354138" cy="522287"/>
          </a:xfrm>
          <a:prstGeom prst="rect">
            <a:avLst/>
          </a:prstGeom>
          <a:noFill/>
          <a:ln w="9525">
            <a:noFill/>
          </a:ln>
        </p:spPr>
        <p:txBody>
          <a:bodyPr wrap="none" anchor="t" anchorCtr="0">
            <a:spAutoFit/>
          </a:bodyPr>
          <a:p>
            <a:r>
              <a:rPr lang="en-US" altLang="zh-CN" sz="2800" dirty="0">
                <a:solidFill>
                  <a:srgbClr val="000000"/>
                </a:solidFill>
                <a:latin typeface="Calibri" panose="020F0502020204030204" pitchFamily="34" charset="0"/>
                <a:ea typeface="Microsoft YaHei Light" panose="020B0502040204020203" pitchFamily="34" charset="-122"/>
              </a:rPr>
              <a:t>359.211</a:t>
            </a:r>
            <a:endParaRPr lang="zh-CN" altLang="en-US" sz="2800" dirty="0">
              <a:solidFill>
                <a:srgbClr val="000000"/>
              </a:solidFill>
              <a:latin typeface="Calibri" panose="020F0502020204030204" pitchFamily="34" charset="0"/>
              <a:ea typeface="Arial" panose="020B0604020202020204" pitchFamily="34" charset="0"/>
            </a:endParaRPr>
          </a:p>
        </p:txBody>
      </p:sp>
      <p:sp>
        <p:nvSpPr>
          <p:cNvPr id="31" name="矩形 30"/>
          <p:cNvSpPr/>
          <p:nvPr/>
        </p:nvSpPr>
        <p:spPr>
          <a:xfrm>
            <a:off x="9388475" y="5495925"/>
            <a:ext cx="1370013" cy="411163"/>
          </a:xfrm>
          <a:prstGeom prst="rect">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mn-lt"/>
              <a:ea typeface="+mn-ea"/>
              <a:cs typeface="+mn-cs"/>
            </a:endParaRPr>
          </a:p>
        </p:txBody>
      </p:sp>
      <p:sp>
        <p:nvSpPr>
          <p:cNvPr id="15389" name="矩形 31"/>
          <p:cNvSpPr/>
          <p:nvPr/>
        </p:nvSpPr>
        <p:spPr>
          <a:xfrm>
            <a:off x="9469438" y="5532438"/>
            <a:ext cx="1208087" cy="307975"/>
          </a:xfrm>
          <a:prstGeom prst="rect">
            <a:avLst/>
          </a:prstGeom>
          <a:noFill/>
          <a:ln w="9525">
            <a:noFill/>
          </a:ln>
        </p:spPr>
        <p:txBody>
          <a:bodyPr wrap="none" anchor="t" anchorCtr="0">
            <a:spAutoFit/>
          </a:bodyPr>
          <a:p>
            <a:r>
              <a:rPr lang="en-US" altLang="zh-CN" sz="1400" dirty="0">
                <a:solidFill>
                  <a:srgbClr val="FFFFFF"/>
                </a:solidFill>
                <a:latin typeface="Arial" panose="020B0604020202020204" pitchFamily="34" charset="0"/>
                <a:ea typeface="Microsoft YaHei Light" panose="020B0502040204020203" pitchFamily="34" charset="-122"/>
              </a:rPr>
              <a:t>YOUR TEXT</a:t>
            </a:r>
            <a:endParaRPr lang="zh-CN" altLang="en-US" sz="1400" dirty="0">
              <a:solidFill>
                <a:srgbClr val="FFFFFF"/>
              </a:solidFill>
              <a:latin typeface="Calibri" panose="020F0502020204030204" pitchFamily="34" charset="0"/>
              <a:ea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3" name="矩形 2"/>
          <p:cNvSpPr/>
          <p:nvPr/>
        </p:nvSpPr>
        <p:spPr>
          <a:xfrm>
            <a:off x="1700213" y="2882900"/>
            <a:ext cx="2520950" cy="2879725"/>
          </a:xfrm>
          <a:prstGeom prst="rect">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5" name="矩形 4"/>
          <p:cNvSpPr/>
          <p:nvPr/>
        </p:nvSpPr>
        <p:spPr>
          <a:xfrm>
            <a:off x="4835525" y="2882900"/>
            <a:ext cx="2520950" cy="2879725"/>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 name="矩形 5"/>
          <p:cNvSpPr/>
          <p:nvPr/>
        </p:nvSpPr>
        <p:spPr>
          <a:xfrm>
            <a:off x="7970838" y="2882900"/>
            <a:ext cx="2520950" cy="2879725"/>
          </a:xfrm>
          <a:prstGeom prst="rect">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16389" name="组合 6"/>
          <p:cNvGrpSpPr/>
          <p:nvPr/>
        </p:nvGrpSpPr>
        <p:grpSpPr>
          <a:xfrm>
            <a:off x="2420938" y="2343150"/>
            <a:ext cx="1079500" cy="1079500"/>
            <a:chOff x="2420667" y="2342978"/>
            <a:chExt cx="1080000" cy="1080000"/>
          </a:xfrm>
        </p:grpSpPr>
        <p:sp>
          <p:nvSpPr>
            <p:cNvPr id="8" name="椭圆 7"/>
            <p:cNvSpPr>
              <a:spLocks noChangeAspect="1"/>
            </p:cNvSpPr>
            <p:nvPr/>
          </p:nvSpPr>
          <p:spPr>
            <a:xfrm>
              <a:off x="2420667" y="2342978"/>
              <a:ext cx="1080000" cy="1080000"/>
            </a:xfrm>
            <a:prstGeom prst="ellipse">
              <a:avLst/>
            </a:prstGeom>
            <a:solidFill>
              <a:srgbClr val="272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9" name="Group 4"/>
            <p:cNvGrpSpPr>
              <a:grpSpLocks noChangeAspect="1"/>
            </p:cNvGrpSpPr>
            <p:nvPr/>
          </p:nvGrpSpPr>
          <p:grpSpPr bwMode="auto">
            <a:xfrm>
              <a:off x="2600667" y="2527723"/>
              <a:ext cx="720000" cy="698576"/>
              <a:chOff x="2540" y="795"/>
              <a:chExt cx="941" cy="913"/>
            </a:xfrm>
            <a:solidFill>
              <a:schemeClr val="bg1"/>
            </a:solidFill>
          </p:grpSpPr>
          <p:sp>
            <p:nvSpPr>
              <p:cNvPr id="10" name="Freeform 5"/>
              <p:cNvSpPr/>
              <p:nvPr/>
            </p:nvSpPr>
            <p:spPr bwMode="auto">
              <a:xfrm>
                <a:off x="2964" y="917"/>
                <a:ext cx="517" cy="360"/>
              </a:xfrm>
              <a:custGeom>
                <a:avLst/>
                <a:gdLst>
                  <a:gd name="T0" fmla="*/ 43 w 217"/>
                  <a:gd name="T1" fmla="*/ 108 h 151"/>
                  <a:gd name="T2" fmla="*/ 49 w 217"/>
                  <a:gd name="T3" fmla="*/ 109 h 151"/>
                  <a:gd name="T4" fmla="*/ 89 w 217"/>
                  <a:gd name="T5" fmla="*/ 60 h 151"/>
                  <a:gd name="T6" fmla="*/ 99 w 217"/>
                  <a:gd name="T7" fmla="*/ 59 h 151"/>
                  <a:gd name="T8" fmla="*/ 101 w 217"/>
                  <a:gd name="T9" fmla="*/ 69 h 151"/>
                  <a:gd name="T10" fmla="*/ 61 w 217"/>
                  <a:gd name="T11" fmla="*/ 117 h 151"/>
                  <a:gd name="T12" fmla="*/ 65 w 217"/>
                  <a:gd name="T13" fmla="*/ 130 h 151"/>
                  <a:gd name="T14" fmla="*/ 52 w 217"/>
                  <a:gd name="T15" fmla="*/ 151 h 151"/>
                  <a:gd name="T16" fmla="*/ 213 w 217"/>
                  <a:gd name="T17" fmla="*/ 151 h 151"/>
                  <a:gd name="T18" fmla="*/ 217 w 217"/>
                  <a:gd name="T19" fmla="*/ 147 h 151"/>
                  <a:gd name="T20" fmla="*/ 217 w 217"/>
                  <a:gd name="T21" fmla="*/ 4 h 151"/>
                  <a:gd name="T22" fmla="*/ 213 w 217"/>
                  <a:gd name="T23" fmla="*/ 0 h 151"/>
                  <a:gd name="T24" fmla="*/ 4 w 217"/>
                  <a:gd name="T25" fmla="*/ 0 h 151"/>
                  <a:gd name="T26" fmla="*/ 0 w 217"/>
                  <a:gd name="T27" fmla="*/ 4 h 151"/>
                  <a:gd name="T28" fmla="*/ 0 w 217"/>
                  <a:gd name="T29" fmla="*/ 96 h 151"/>
                  <a:gd name="T30" fmla="*/ 9 w 217"/>
                  <a:gd name="T31" fmla="*/ 108 h 151"/>
                  <a:gd name="T32" fmla="*/ 43 w 217"/>
                  <a:gd name="T33" fmla="*/ 10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7" h="151">
                    <a:moveTo>
                      <a:pt x="43" y="108"/>
                    </a:moveTo>
                    <a:cubicBezTo>
                      <a:pt x="45" y="108"/>
                      <a:pt x="47" y="108"/>
                      <a:pt x="49" y="109"/>
                    </a:cubicBezTo>
                    <a:cubicBezTo>
                      <a:pt x="89" y="60"/>
                      <a:pt x="89" y="60"/>
                      <a:pt x="89" y="60"/>
                    </a:cubicBezTo>
                    <a:cubicBezTo>
                      <a:pt x="92" y="57"/>
                      <a:pt x="96" y="56"/>
                      <a:pt x="99" y="59"/>
                    </a:cubicBezTo>
                    <a:cubicBezTo>
                      <a:pt x="103" y="61"/>
                      <a:pt x="103" y="66"/>
                      <a:pt x="101" y="69"/>
                    </a:cubicBezTo>
                    <a:cubicBezTo>
                      <a:pt x="61" y="117"/>
                      <a:pt x="61" y="117"/>
                      <a:pt x="61" y="117"/>
                    </a:cubicBezTo>
                    <a:cubicBezTo>
                      <a:pt x="64" y="121"/>
                      <a:pt x="65" y="125"/>
                      <a:pt x="65" y="130"/>
                    </a:cubicBezTo>
                    <a:cubicBezTo>
                      <a:pt x="65" y="140"/>
                      <a:pt x="60" y="148"/>
                      <a:pt x="52" y="151"/>
                    </a:cubicBezTo>
                    <a:cubicBezTo>
                      <a:pt x="213" y="151"/>
                      <a:pt x="213" y="151"/>
                      <a:pt x="213" y="151"/>
                    </a:cubicBezTo>
                    <a:cubicBezTo>
                      <a:pt x="215" y="151"/>
                      <a:pt x="217" y="149"/>
                      <a:pt x="217" y="147"/>
                    </a:cubicBezTo>
                    <a:cubicBezTo>
                      <a:pt x="217" y="4"/>
                      <a:pt x="217" y="4"/>
                      <a:pt x="217" y="4"/>
                    </a:cubicBezTo>
                    <a:cubicBezTo>
                      <a:pt x="217" y="2"/>
                      <a:pt x="215" y="0"/>
                      <a:pt x="213" y="0"/>
                    </a:cubicBezTo>
                    <a:cubicBezTo>
                      <a:pt x="4" y="0"/>
                      <a:pt x="4" y="0"/>
                      <a:pt x="4" y="0"/>
                    </a:cubicBezTo>
                    <a:cubicBezTo>
                      <a:pt x="2" y="0"/>
                      <a:pt x="0" y="2"/>
                      <a:pt x="0" y="4"/>
                    </a:cubicBezTo>
                    <a:cubicBezTo>
                      <a:pt x="0" y="96"/>
                      <a:pt x="0" y="96"/>
                      <a:pt x="0" y="96"/>
                    </a:cubicBezTo>
                    <a:cubicBezTo>
                      <a:pt x="9" y="108"/>
                      <a:pt x="9" y="108"/>
                      <a:pt x="9" y="108"/>
                    </a:cubicBezTo>
                    <a:cubicBezTo>
                      <a:pt x="43" y="108"/>
                      <a:pt x="43" y="108"/>
                      <a:pt x="43" y="10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Freeform 6"/>
              <p:cNvSpPr>
                <a:spLocks noEditPoints="1"/>
              </p:cNvSpPr>
              <p:nvPr/>
            </p:nvSpPr>
            <p:spPr bwMode="auto">
              <a:xfrm>
                <a:off x="2540" y="1022"/>
                <a:ext cx="560" cy="686"/>
              </a:xfrm>
              <a:custGeom>
                <a:avLst/>
                <a:gdLst>
                  <a:gd name="T0" fmla="*/ 40 w 235"/>
                  <a:gd name="T1" fmla="*/ 114 h 288"/>
                  <a:gd name="T2" fmla="*/ 52 w 235"/>
                  <a:gd name="T3" fmla="*/ 120 h 288"/>
                  <a:gd name="T4" fmla="*/ 52 w 235"/>
                  <a:gd name="T5" fmla="*/ 120 h 288"/>
                  <a:gd name="T6" fmla="*/ 28 w 235"/>
                  <a:gd name="T7" fmla="*/ 190 h 288"/>
                  <a:gd name="T8" fmla="*/ 33 w 235"/>
                  <a:gd name="T9" fmla="*/ 198 h 288"/>
                  <a:gd name="T10" fmla="*/ 62 w 235"/>
                  <a:gd name="T11" fmla="*/ 198 h 288"/>
                  <a:gd name="T12" fmla="*/ 62 w 235"/>
                  <a:gd name="T13" fmla="*/ 268 h 288"/>
                  <a:gd name="T14" fmla="*/ 81 w 235"/>
                  <a:gd name="T15" fmla="*/ 288 h 288"/>
                  <a:gd name="T16" fmla="*/ 100 w 235"/>
                  <a:gd name="T17" fmla="*/ 268 h 288"/>
                  <a:gd name="T18" fmla="*/ 100 w 235"/>
                  <a:gd name="T19" fmla="*/ 198 h 288"/>
                  <a:gd name="T20" fmla="*/ 110 w 235"/>
                  <a:gd name="T21" fmla="*/ 198 h 288"/>
                  <a:gd name="T22" fmla="*/ 110 w 235"/>
                  <a:gd name="T23" fmla="*/ 268 h 288"/>
                  <a:gd name="T24" fmla="*/ 129 w 235"/>
                  <a:gd name="T25" fmla="*/ 288 h 288"/>
                  <a:gd name="T26" fmla="*/ 149 w 235"/>
                  <a:gd name="T27" fmla="*/ 268 h 288"/>
                  <a:gd name="T28" fmla="*/ 149 w 235"/>
                  <a:gd name="T29" fmla="*/ 198 h 288"/>
                  <a:gd name="T30" fmla="*/ 177 w 235"/>
                  <a:gd name="T31" fmla="*/ 198 h 288"/>
                  <a:gd name="T32" fmla="*/ 183 w 235"/>
                  <a:gd name="T33" fmla="*/ 190 h 288"/>
                  <a:gd name="T34" fmla="*/ 148 w 235"/>
                  <a:gd name="T35" fmla="*/ 93 h 288"/>
                  <a:gd name="T36" fmla="*/ 148 w 235"/>
                  <a:gd name="T37" fmla="*/ 75 h 288"/>
                  <a:gd name="T38" fmla="*/ 165 w 235"/>
                  <a:gd name="T39" fmla="*/ 95 h 288"/>
                  <a:gd name="T40" fmla="*/ 176 w 235"/>
                  <a:gd name="T41" fmla="*/ 101 h 288"/>
                  <a:gd name="T42" fmla="*/ 178 w 235"/>
                  <a:gd name="T43" fmla="*/ 101 h 288"/>
                  <a:gd name="T44" fmla="*/ 220 w 235"/>
                  <a:gd name="T45" fmla="*/ 101 h 288"/>
                  <a:gd name="T46" fmla="*/ 235 w 235"/>
                  <a:gd name="T47" fmla="*/ 86 h 288"/>
                  <a:gd name="T48" fmla="*/ 233 w 235"/>
                  <a:gd name="T49" fmla="*/ 80 h 288"/>
                  <a:gd name="T50" fmla="*/ 222 w 235"/>
                  <a:gd name="T51" fmla="*/ 72 h 288"/>
                  <a:gd name="T52" fmla="*/ 220 w 235"/>
                  <a:gd name="T53" fmla="*/ 72 h 288"/>
                  <a:gd name="T54" fmla="*/ 183 w 235"/>
                  <a:gd name="T55" fmla="*/ 72 h 288"/>
                  <a:gd name="T56" fmla="*/ 178 w 235"/>
                  <a:gd name="T57" fmla="*/ 65 h 288"/>
                  <a:gd name="T58" fmla="*/ 142 w 235"/>
                  <a:gd name="T59" fmla="*/ 21 h 288"/>
                  <a:gd name="T60" fmla="*/ 105 w 235"/>
                  <a:gd name="T61" fmla="*/ 0 h 288"/>
                  <a:gd name="T62" fmla="*/ 60 w 235"/>
                  <a:gd name="T63" fmla="*/ 18 h 288"/>
                  <a:gd name="T64" fmla="*/ 8 w 235"/>
                  <a:gd name="T65" fmla="*/ 45 h 288"/>
                  <a:gd name="T66" fmla="*/ 1 w 235"/>
                  <a:gd name="T67" fmla="*/ 54 h 288"/>
                  <a:gd name="T68" fmla="*/ 4 w 235"/>
                  <a:gd name="T69" fmla="*/ 66 h 288"/>
                  <a:gd name="T70" fmla="*/ 40 w 235"/>
                  <a:gd name="T71" fmla="*/ 114 h 288"/>
                  <a:gd name="T72" fmla="*/ 65 w 235"/>
                  <a:gd name="T73" fmla="*/ 49 h 288"/>
                  <a:gd name="T74" fmla="*/ 65 w 235"/>
                  <a:gd name="T75" fmla="*/ 93 h 288"/>
                  <a:gd name="T76" fmla="*/ 65 w 235"/>
                  <a:gd name="T77" fmla="*/ 93 h 288"/>
                  <a:gd name="T78" fmla="*/ 41 w 235"/>
                  <a:gd name="T79" fmla="*/ 62 h 288"/>
                  <a:gd name="T80" fmla="*/ 65 w 235"/>
                  <a:gd name="T81" fmla="*/ 4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5" h="288">
                    <a:moveTo>
                      <a:pt x="40" y="114"/>
                    </a:moveTo>
                    <a:cubicBezTo>
                      <a:pt x="43" y="118"/>
                      <a:pt x="48" y="120"/>
                      <a:pt x="52" y="120"/>
                    </a:cubicBezTo>
                    <a:cubicBezTo>
                      <a:pt x="52" y="120"/>
                      <a:pt x="52" y="120"/>
                      <a:pt x="52" y="120"/>
                    </a:cubicBezTo>
                    <a:cubicBezTo>
                      <a:pt x="28" y="190"/>
                      <a:pt x="28" y="190"/>
                      <a:pt x="28" y="190"/>
                    </a:cubicBezTo>
                    <a:cubicBezTo>
                      <a:pt x="26" y="194"/>
                      <a:pt x="29" y="198"/>
                      <a:pt x="33" y="198"/>
                    </a:cubicBezTo>
                    <a:cubicBezTo>
                      <a:pt x="62" y="198"/>
                      <a:pt x="62" y="198"/>
                      <a:pt x="62" y="198"/>
                    </a:cubicBezTo>
                    <a:cubicBezTo>
                      <a:pt x="62" y="268"/>
                      <a:pt x="62" y="268"/>
                      <a:pt x="62" y="268"/>
                    </a:cubicBezTo>
                    <a:cubicBezTo>
                      <a:pt x="62" y="279"/>
                      <a:pt x="70" y="288"/>
                      <a:pt x="81" y="288"/>
                    </a:cubicBezTo>
                    <a:cubicBezTo>
                      <a:pt x="92" y="288"/>
                      <a:pt x="100" y="279"/>
                      <a:pt x="100" y="268"/>
                    </a:cubicBezTo>
                    <a:cubicBezTo>
                      <a:pt x="100" y="198"/>
                      <a:pt x="100" y="198"/>
                      <a:pt x="100" y="198"/>
                    </a:cubicBezTo>
                    <a:cubicBezTo>
                      <a:pt x="110" y="198"/>
                      <a:pt x="110" y="198"/>
                      <a:pt x="110" y="198"/>
                    </a:cubicBezTo>
                    <a:cubicBezTo>
                      <a:pt x="110" y="268"/>
                      <a:pt x="110" y="268"/>
                      <a:pt x="110" y="268"/>
                    </a:cubicBezTo>
                    <a:cubicBezTo>
                      <a:pt x="110" y="279"/>
                      <a:pt x="118" y="288"/>
                      <a:pt x="129" y="288"/>
                    </a:cubicBezTo>
                    <a:cubicBezTo>
                      <a:pt x="140" y="288"/>
                      <a:pt x="149" y="279"/>
                      <a:pt x="149" y="268"/>
                    </a:cubicBezTo>
                    <a:cubicBezTo>
                      <a:pt x="149" y="198"/>
                      <a:pt x="149" y="198"/>
                      <a:pt x="149" y="198"/>
                    </a:cubicBezTo>
                    <a:cubicBezTo>
                      <a:pt x="177" y="198"/>
                      <a:pt x="177" y="198"/>
                      <a:pt x="177" y="198"/>
                    </a:cubicBezTo>
                    <a:cubicBezTo>
                      <a:pt x="181" y="198"/>
                      <a:pt x="184" y="194"/>
                      <a:pt x="183" y="190"/>
                    </a:cubicBezTo>
                    <a:cubicBezTo>
                      <a:pt x="148" y="93"/>
                      <a:pt x="148" y="93"/>
                      <a:pt x="148" y="93"/>
                    </a:cubicBezTo>
                    <a:cubicBezTo>
                      <a:pt x="148" y="75"/>
                      <a:pt x="148" y="75"/>
                      <a:pt x="148" y="75"/>
                    </a:cubicBezTo>
                    <a:cubicBezTo>
                      <a:pt x="165" y="95"/>
                      <a:pt x="165" y="95"/>
                      <a:pt x="165" y="95"/>
                    </a:cubicBezTo>
                    <a:cubicBezTo>
                      <a:pt x="167" y="99"/>
                      <a:pt x="171" y="101"/>
                      <a:pt x="176" y="101"/>
                    </a:cubicBezTo>
                    <a:cubicBezTo>
                      <a:pt x="178" y="101"/>
                      <a:pt x="178" y="101"/>
                      <a:pt x="178" y="101"/>
                    </a:cubicBezTo>
                    <a:cubicBezTo>
                      <a:pt x="220" y="101"/>
                      <a:pt x="220" y="101"/>
                      <a:pt x="220" y="101"/>
                    </a:cubicBezTo>
                    <a:cubicBezTo>
                      <a:pt x="228" y="101"/>
                      <a:pt x="235" y="94"/>
                      <a:pt x="235" y="86"/>
                    </a:cubicBezTo>
                    <a:cubicBezTo>
                      <a:pt x="235" y="84"/>
                      <a:pt x="234" y="82"/>
                      <a:pt x="233" y="80"/>
                    </a:cubicBezTo>
                    <a:cubicBezTo>
                      <a:pt x="231" y="76"/>
                      <a:pt x="227" y="72"/>
                      <a:pt x="222" y="72"/>
                    </a:cubicBezTo>
                    <a:cubicBezTo>
                      <a:pt x="221" y="72"/>
                      <a:pt x="221" y="72"/>
                      <a:pt x="220" y="72"/>
                    </a:cubicBezTo>
                    <a:cubicBezTo>
                      <a:pt x="183" y="72"/>
                      <a:pt x="183" y="72"/>
                      <a:pt x="183" y="72"/>
                    </a:cubicBezTo>
                    <a:cubicBezTo>
                      <a:pt x="178" y="65"/>
                      <a:pt x="178" y="65"/>
                      <a:pt x="178" y="65"/>
                    </a:cubicBezTo>
                    <a:cubicBezTo>
                      <a:pt x="178" y="65"/>
                      <a:pt x="150" y="33"/>
                      <a:pt x="142" y="21"/>
                    </a:cubicBezTo>
                    <a:cubicBezTo>
                      <a:pt x="134" y="9"/>
                      <a:pt x="121" y="0"/>
                      <a:pt x="105" y="0"/>
                    </a:cubicBezTo>
                    <a:cubicBezTo>
                      <a:pt x="89" y="0"/>
                      <a:pt x="74" y="10"/>
                      <a:pt x="60" y="18"/>
                    </a:cubicBezTo>
                    <a:cubicBezTo>
                      <a:pt x="43" y="27"/>
                      <a:pt x="26" y="36"/>
                      <a:pt x="8" y="45"/>
                    </a:cubicBezTo>
                    <a:cubicBezTo>
                      <a:pt x="5" y="47"/>
                      <a:pt x="2" y="50"/>
                      <a:pt x="1" y="54"/>
                    </a:cubicBezTo>
                    <a:cubicBezTo>
                      <a:pt x="0" y="58"/>
                      <a:pt x="1" y="63"/>
                      <a:pt x="4" y="66"/>
                    </a:cubicBezTo>
                    <a:lnTo>
                      <a:pt x="40" y="114"/>
                    </a:lnTo>
                    <a:close/>
                    <a:moveTo>
                      <a:pt x="65" y="49"/>
                    </a:moveTo>
                    <a:cubicBezTo>
                      <a:pt x="65" y="93"/>
                      <a:pt x="65" y="93"/>
                      <a:pt x="65" y="93"/>
                    </a:cubicBezTo>
                    <a:cubicBezTo>
                      <a:pt x="65" y="93"/>
                      <a:pt x="65" y="93"/>
                      <a:pt x="65" y="93"/>
                    </a:cubicBezTo>
                    <a:cubicBezTo>
                      <a:pt x="41" y="62"/>
                      <a:pt x="41" y="62"/>
                      <a:pt x="41" y="62"/>
                    </a:cubicBezTo>
                    <a:lnTo>
                      <a:pt x="65"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2" name="Freeform 7"/>
              <p:cNvSpPr/>
              <p:nvPr/>
            </p:nvSpPr>
            <p:spPr bwMode="auto">
              <a:xfrm>
                <a:off x="2666" y="795"/>
                <a:ext cx="251" cy="217"/>
              </a:xfrm>
              <a:custGeom>
                <a:avLst/>
                <a:gdLst>
                  <a:gd name="T0" fmla="*/ 103 w 105"/>
                  <a:gd name="T1" fmla="*/ 78 h 91"/>
                  <a:gd name="T2" fmla="*/ 92 w 105"/>
                  <a:gd name="T3" fmla="*/ 59 h 91"/>
                  <a:gd name="T4" fmla="*/ 52 w 105"/>
                  <a:gd name="T5" fmla="*/ 0 h 91"/>
                  <a:gd name="T6" fmla="*/ 13 w 105"/>
                  <a:gd name="T7" fmla="*/ 59 h 91"/>
                  <a:gd name="T8" fmla="*/ 1 w 105"/>
                  <a:gd name="T9" fmla="*/ 78 h 91"/>
                  <a:gd name="T10" fmla="*/ 0 w 105"/>
                  <a:gd name="T11" fmla="*/ 81 h 91"/>
                  <a:gd name="T12" fmla="*/ 15 w 105"/>
                  <a:gd name="T13" fmla="*/ 91 h 91"/>
                  <a:gd name="T14" fmla="*/ 36 w 105"/>
                  <a:gd name="T15" fmla="*/ 86 h 91"/>
                  <a:gd name="T16" fmla="*/ 27 w 105"/>
                  <a:gd name="T17" fmla="*/ 71 h 91"/>
                  <a:gd name="T18" fmla="*/ 52 w 105"/>
                  <a:gd name="T19" fmla="*/ 86 h 91"/>
                  <a:gd name="T20" fmla="*/ 78 w 105"/>
                  <a:gd name="T21" fmla="*/ 71 h 91"/>
                  <a:gd name="T22" fmla="*/ 68 w 105"/>
                  <a:gd name="T23" fmla="*/ 86 h 91"/>
                  <a:gd name="T24" fmla="*/ 89 w 105"/>
                  <a:gd name="T25" fmla="*/ 91 h 91"/>
                  <a:gd name="T26" fmla="*/ 104 w 105"/>
                  <a:gd name="T27" fmla="*/ 81 h 91"/>
                  <a:gd name="T28" fmla="*/ 103 w 105"/>
                  <a:gd name="T29" fmla="*/ 78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 h="91">
                    <a:moveTo>
                      <a:pt x="103" y="78"/>
                    </a:moveTo>
                    <a:cubicBezTo>
                      <a:pt x="99" y="76"/>
                      <a:pt x="92" y="71"/>
                      <a:pt x="92" y="59"/>
                    </a:cubicBezTo>
                    <a:cubicBezTo>
                      <a:pt x="92" y="44"/>
                      <a:pt x="95" y="0"/>
                      <a:pt x="52" y="0"/>
                    </a:cubicBezTo>
                    <a:cubicBezTo>
                      <a:pt x="9" y="0"/>
                      <a:pt x="13" y="44"/>
                      <a:pt x="13" y="59"/>
                    </a:cubicBezTo>
                    <a:cubicBezTo>
                      <a:pt x="13" y="71"/>
                      <a:pt x="5" y="76"/>
                      <a:pt x="1" y="78"/>
                    </a:cubicBezTo>
                    <a:cubicBezTo>
                      <a:pt x="0" y="79"/>
                      <a:pt x="0" y="80"/>
                      <a:pt x="0" y="81"/>
                    </a:cubicBezTo>
                    <a:cubicBezTo>
                      <a:pt x="3" y="89"/>
                      <a:pt x="9" y="91"/>
                      <a:pt x="15" y="91"/>
                    </a:cubicBezTo>
                    <a:cubicBezTo>
                      <a:pt x="25" y="91"/>
                      <a:pt x="36" y="86"/>
                      <a:pt x="36" y="86"/>
                    </a:cubicBezTo>
                    <a:cubicBezTo>
                      <a:pt x="31" y="83"/>
                      <a:pt x="28" y="77"/>
                      <a:pt x="27" y="71"/>
                    </a:cubicBezTo>
                    <a:cubicBezTo>
                      <a:pt x="32" y="80"/>
                      <a:pt x="42" y="86"/>
                      <a:pt x="52" y="86"/>
                    </a:cubicBezTo>
                    <a:cubicBezTo>
                      <a:pt x="63" y="86"/>
                      <a:pt x="72" y="80"/>
                      <a:pt x="78" y="71"/>
                    </a:cubicBezTo>
                    <a:cubicBezTo>
                      <a:pt x="76" y="77"/>
                      <a:pt x="74" y="83"/>
                      <a:pt x="68" y="86"/>
                    </a:cubicBezTo>
                    <a:cubicBezTo>
                      <a:pt x="68" y="86"/>
                      <a:pt x="79" y="91"/>
                      <a:pt x="89" y="91"/>
                    </a:cubicBezTo>
                    <a:cubicBezTo>
                      <a:pt x="96" y="91"/>
                      <a:pt x="102" y="89"/>
                      <a:pt x="104" y="81"/>
                    </a:cubicBezTo>
                    <a:cubicBezTo>
                      <a:pt x="105" y="80"/>
                      <a:pt x="104" y="79"/>
                      <a:pt x="103" y="7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grpSp>
      <p:grpSp>
        <p:nvGrpSpPr>
          <p:cNvPr id="16392" name="组合 12"/>
          <p:cNvGrpSpPr/>
          <p:nvPr/>
        </p:nvGrpSpPr>
        <p:grpSpPr>
          <a:xfrm>
            <a:off x="8691563" y="2343150"/>
            <a:ext cx="1079500" cy="1079500"/>
            <a:chOff x="8691333" y="2342978"/>
            <a:chExt cx="1080000" cy="1080000"/>
          </a:xfrm>
        </p:grpSpPr>
        <p:sp>
          <p:nvSpPr>
            <p:cNvPr id="14" name="椭圆 13"/>
            <p:cNvSpPr>
              <a:spLocks noChangeAspect="1"/>
            </p:cNvSpPr>
            <p:nvPr/>
          </p:nvSpPr>
          <p:spPr>
            <a:xfrm>
              <a:off x="8691333" y="2342978"/>
              <a:ext cx="1080000" cy="1080000"/>
            </a:xfrm>
            <a:prstGeom prst="ellipse">
              <a:avLst/>
            </a:prstGeom>
            <a:solidFill>
              <a:srgbClr val="272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15" name="Group 10"/>
            <p:cNvGrpSpPr>
              <a:grpSpLocks noChangeAspect="1"/>
            </p:cNvGrpSpPr>
            <p:nvPr/>
          </p:nvGrpSpPr>
          <p:grpSpPr bwMode="auto">
            <a:xfrm>
              <a:off x="8871333" y="2563642"/>
              <a:ext cx="720000" cy="638671"/>
              <a:chOff x="4485" y="1094"/>
              <a:chExt cx="301" cy="267"/>
            </a:xfrm>
            <a:solidFill>
              <a:schemeClr val="bg1"/>
            </a:solidFill>
          </p:grpSpPr>
          <p:sp>
            <p:nvSpPr>
              <p:cNvPr id="16" name="Oval 11"/>
              <p:cNvSpPr>
                <a:spLocks noChangeArrowheads="1"/>
              </p:cNvSpPr>
              <p:nvPr/>
            </p:nvSpPr>
            <p:spPr bwMode="auto">
              <a:xfrm>
                <a:off x="4495" y="1094"/>
                <a:ext cx="75" cy="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7" name="Freeform 12"/>
              <p:cNvSpPr>
                <a:spLocks noEditPoints="1"/>
              </p:cNvSpPr>
              <p:nvPr/>
            </p:nvSpPr>
            <p:spPr bwMode="auto">
              <a:xfrm>
                <a:off x="4485" y="1133"/>
                <a:ext cx="301" cy="228"/>
              </a:xfrm>
              <a:custGeom>
                <a:avLst/>
                <a:gdLst>
                  <a:gd name="T0" fmla="*/ 206 w 301"/>
                  <a:gd name="T1" fmla="*/ 10 h 228"/>
                  <a:gd name="T2" fmla="*/ 182 w 301"/>
                  <a:gd name="T3" fmla="*/ 0 h 228"/>
                  <a:gd name="T4" fmla="*/ 97 w 301"/>
                  <a:gd name="T5" fmla="*/ 10 h 228"/>
                  <a:gd name="T6" fmla="*/ 90 w 301"/>
                  <a:gd name="T7" fmla="*/ 22 h 228"/>
                  <a:gd name="T8" fmla="*/ 97 w 301"/>
                  <a:gd name="T9" fmla="*/ 48 h 228"/>
                  <a:gd name="T10" fmla="*/ 61 w 301"/>
                  <a:gd name="T11" fmla="*/ 41 h 228"/>
                  <a:gd name="T12" fmla="*/ 34 w 301"/>
                  <a:gd name="T13" fmla="*/ 41 h 228"/>
                  <a:gd name="T14" fmla="*/ 2 w 301"/>
                  <a:gd name="T15" fmla="*/ 114 h 228"/>
                  <a:gd name="T16" fmla="*/ 15 w 301"/>
                  <a:gd name="T17" fmla="*/ 128 h 228"/>
                  <a:gd name="T18" fmla="*/ 17 w 301"/>
                  <a:gd name="T19" fmla="*/ 138 h 228"/>
                  <a:gd name="T20" fmla="*/ 17 w 301"/>
                  <a:gd name="T21" fmla="*/ 211 h 228"/>
                  <a:gd name="T22" fmla="*/ 0 w 301"/>
                  <a:gd name="T23" fmla="*/ 213 h 228"/>
                  <a:gd name="T24" fmla="*/ 12 w 301"/>
                  <a:gd name="T25" fmla="*/ 228 h 228"/>
                  <a:gd name="T26" fmla="*/ 27 w 301"/>
                  <a:gd name="T27" fmla="*/ 228 h 228"/>
                  <a:gd name="T28" fmla="*/ 44 w 301"/>
                  <a:gd name="T29" fmla="*/ 213 h 228"/>
                  <a:gd name="T30" fmla="*/ 44 w 301"/>
                  <a:gd name="T31" fmla="*/ 143 h 228"/>
                  <a:gd name="T32" fmla="*/ 53 w 301"/>
                  <a:gd name="T33" fmla="*/ 211 h 228"/>
                  <a:gd name="T34" fmla="*/ 53 w 301"/>
                  <a:gd name="T35" fmla="*/ 228 h 228"/>
                  <a:gd name="T36" fmla="*/ 70 w 301"/>
                  <a:gd name="T37" fmla="*/ 225 h 228"/>
                  <a:gd name="T38" fmla="*/ 97 w 301"/>
                  <a:gd name="T39" fmla="*/ 228 h 228"/>
                  <a:gd name="T40" fmla="*/ 82 w 301"/>
                  <a:gd name="T41" fmla="*/ 211 h 228"/>
                  <a:gd name="T42" fmla="*/ 80 w 301"/>
                  <a:gd name="T43" fmla="*/ 143 h 228"/>
                  <a:gd name="T44" fmla="*/ 80 w 301"/>
                  <a:gd name="T45" fmla="*/ 128 h 228"/>
                  <a:gd name="T46" fmla="*/ 85 w 301"/>
                  <a:gd name="T47" fmla="*/ 68 h 228"/>
                  <a:gd name="T48" fmla="*/ 97 w 301"/>
                  <a:gd name="T49" fmla="*/ 143 h 228"/>
                  <a:gd name="T50" fmla="*/ 184 w 301"/>
                  <a:gd name="T51" fmla="*/ 167 h 228"/>
                  <a:gd name="T52" fmla="*/ 155 w 301"/>
                  <a:gd name="T53" fmla="*/ 220 h 228"/>
                  <a:gd name="T54" fmla="*/ 187 w 301"/>
                  <a:gd name="T55" fmla="*/ 220 h 228"/>
                  <a:gd name="T56" fmla="*/ 196 w 301"/>
                  <a:gd name="T57" fmla="*/ 184 h 228"/>
                  <a:gd name="T58" fmla="*/ 247 w 301"/>
                  <a:gd name="T59" fmla="*/ 220 h 228"/>
                  <a:gd name="T60" fmla="*/ 199 w 301"/>
                  <a:gd name="T61" fmla="*/ 143 h 228"/>
                  <a:gd name="T62" fmla="*/ 298 w 301"/>
                  <a:gd name="T63" fmla="*/ 22 h 228"/>
                  <a:gd name="T64" fmla="*/ 301 w 301"/>
                  <a:gd name="T65" fmla="*/ 10 h 228"/>
                  <a:gd name="T66" fmla="*/ 288 w 301"/>
                  <a:gd name="T67" fmla="*/ 133 h 228"/>
                  <a:gd name="T68" fmla="*/ 184 w 301"/>
                  <a:gd name="T69" fmla="*/ 133 h 228"/>
                  <a:gd name="T70" fmla="*/ 107 w 301"/>
                  <a:gd name="T71" fmla="*/ 75 h 228"/>
                  <a:gd name="T72" fmla="*/ 141 w 301"/>
                  <a:gd name="T73" fmla="*/ 70 h 228"/>
                  <a:gd name="T74" fmla="*/ 107 w 301"/>
                  <a:gd name="T75" fmla="*/ 22 h 228"/>
                  <a:gd name="T76" fmla="*/ 288 w 301"/>
                  <a:gd name="T77" fmla="*/ 133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1" h="228">
                    <a:moveTo>
                      <a:pt x="298" y="10"/>
                    </a:moveTo>
                    <a:lnTo>
                      <a:pt x="206" y="10"/>
                    </a:lnTo>
                    <a:lnTo>
                      <a:pt x="206" y="0"/>
                    </a:lnTo>
                    <a:lnTo>
                      <a:pt x="182" y="0"/>
                    </a:lnTo>
                    <a:lnTo>
                      <a:pt x="182" y="10"/>
                    </a:lnTo>
                    <a:lnTo>
                      <a:pt x="97" y="10"/>
                    </a:lnTo>
                    <a:lnTo>
                      <a:pt x="90" y="10"/>
                    </a:lnTo>
                    <a:lnTo>
                      <a:pt x="90" y="22"/>
                    </a:lnTo>
                    <a:lnTo>
                      <a:pt x="97" y="22"/>
                    </a:lnTo>
                    <a:lnTo>
                      <a:pt x="97" y="48"/>
                    </a:lnTo>
                    <a:lnTo>
                      <a:pt x="82" y="41"/>
                    </a:lnTo>
                    <a:lnTo>
                      <a:pt x="61" y="41"/>
                    </a:lnTo>
                    <a:lnTo>
                      <a:pt x="49" y="58"/>
                    </a:lnTo>
                    <a:lnTo>
                      <a:pt x="34" y="41"/>
                    </a:lnTo>
                    <a:lnTo>
                      <a:pt x="2" y="48"/>
                    </a:lnTo>
                    <a:lnTo>
                      <a:pt x="2" y="114"/>
                    </a:lnTo>
                    <a:lnTo>
                      <a:pt x="15" y="114"/>
                    </a:lnTo>
                    <a:lnTo>
                      <a:pt x="15" y="128"/>
                    </a:lnTo>
                    <a:lnTo>
                      <a:pt x="17" y="128"/>
                    </a:lnTo>
                    <a:lnTo>
                      <a:pt x="17" y="138"/>
                    </a:lnTo>
                    <a:lnTo>
                      <a:pt x="17" y="143"/>
                    </a:lnTo>
                    <a:lnTo>
                      <a:pt x="17" y="211"/>
                    </a:lnTo>
                    <a:lnTo>
                      <a:pt x="15" y="211"/>
                    </a:lnTo>
                    <a:lnTo>
                      <a:pt x="0" y="213"/>
                    </a:lnTo>
                    <a:lnTo>
                      <a:pt x="0" y="228"/>
                    </a:lnTo>
                    <a:lnTo>
                      <a:pt x="12" y="228"/>
                    </a:lnTo>
                    <a:lnTo>
                      <a:pt x="27" y="225"/>
                    </a:lnTo>
                    <a:lnTo>
                      <a:pt x="27" y="228"/>
                    </a:lnTo>
                    <a:lnTo>
                      <a:pt x="44" y="228"/>
                    </a:lnTo>
                    <a:lnTo>
                      <a:pt x="44" y="213"/>
                    </a:lnTo>
                    <a:lnTo>
                      <a:pt x="44" y="211"/>
                    </a:lnTo>
                    <a:lnTo>
                      <a:pt x="44" y="143"/>
                    </a:lnTo>
                    <a:lnTo>
                      <a:pt x="53" y="143"/>
                    </a:lnTo>
                    <a:lnTo>
                      <a:pt x="53" y="211"/>
                    </a:lnTo>
                    <a:lnTo>
                      <a:pt x="53" y="213"/>
                    </a:lnTo>
                    <a:lnTo>
                      <a:pt x="53" y="228"/>
                    </a:lnTo>
                    <a:lnTo>
                      <a:pt x="70" y="228"/>
                    </a:lnTo>
                    <a:lnTo>
                      <a:pt x="70" y="225"/>
                    </a:lnTo>
                    <a:lnTo>
                      <a:pt x="85" y="228"/>
                    </a:lnTo>
                    <a:lnTo>
                      <a:pt x="97" y="228"/>
                    </a:lnTo>
                    <a:lnTo>
                      <a:pt x="97" y="213"/>
                    </a:lnTo>
                    <a:lnTo>
                      <a:pt x="82" y="211"/>
                    </a:lnTo>
                    <a:lnTo>
                      <a:pt x="80" y="211"/>
                    </a:lnTo>
                    <a:lnTo>
                      <a:pt x="80" y="143"/>
                    </a:lnTo>
                    <a:lnTo>
                      <a:pt x="80" y="138"/>
                    </a:lnTo>
                    <a:lnTo>
                      <a:pt x="80" y="128"/>
                    </a:lnTo>
                    <a:lnTo>
                      <a:pt x="82" y="128"/>
                    </a:lnTo>
                    <a:lnTo>
                      <a:pt x="85" y="68"/>
                    </a:lnTo>
                    <a:lnTo>
                      <a:pt x="97" y="73"/>
                    </a:lnTo>
                    <a:lnTo>
                      <a:pt x="97" y="143"/>
                    </a:lnTo>
                    <a:lnTo>
                      <a:pt x="184" y="143"/>
                    </a:lnTo>
                    <a:lnTo>
                      <a:pt x="184" y="167"/>
                    </a:lnTo>
                    <a:lnTo>
                      <a:pt x="136" y="220"/>
                    </a:lnTo>
                    <a:lnTo>
                      <a:pt x="155" y="220"/>
                    </a:lnTo>
                    <a:lnTo>
                      <a:pt x="187" y="184"/>
                    </a:lnTo>
                    <a:lnTo>
                      <a:pt x="187" y="220"/>
                    </a:lnTo>
                    <a:lnTo>
                      <a:pt x="196" y="220"/>
                    </a:lnTo>
                    <a:lnTo>
                      <a:pt x="196" y="184"/>
                    </a:lnTo>
                    <a:lnTo>
                      <a:pt x="230" y="220"/>
                    </a:lnTo>
                    <a:lnTo>
                      <a:pt x="247" y="220"/>
                    </a:lnTo>
                    <a:lnTo>
                      <a:pt x="199" y="167"/>
                    </a:lnTo>
                    <a:lnTo>
                      <a:pt x="199" y="143"/>
                    </a:lnTo>
                    <a:lnTo>
                      <a:pt x="298" y="143"/>
                    </a:lnTo>
                    <a:lnTo>
                      <a:pt x="298" y="22"/>
                    </a:lnTo>
                    <a:lnTo>
                      <a:pt x="301" y="22"/>
                    </a:lnTo>
                    <a:lnTo>
                      <a:pt x="301" y="10"/>
                    </a:lnTo>
                    <a:lnTo>
                      <a:pt x="298" y="10"/>
                    </a:lnTo>
                    <a:close/>
                    <a:moveTo>
                      <a:pt x="288" y="133"/>
                    </a:moveTo>
                    <a:lnTo>
                      <a:pt x="199" y="133"/>
                    </a:lnTo>
                    <a:lnTo>
                      <a:pt x="184" y="133"/>
                    </a:lnTo>
                    <a:lnTo>
                      <a:pt x="107" y="133"/>
                    </a:lnTo>
                    <a:lnTo>
                      <a:pt x="107" y="75"/>
                    </a:lnTo>
                    <a:lnTo>
                      <a:pt x="141" y="92"/>
                    </a:lnTo>
                    <a:lnTo>
                      <a:pt x="141" y="70"/>
                    </a:lnTo>
                    <a:lnTo>
                      <a:pt x="107" y="53"/>
                    </a:lnTo>
                    <a:lnTo>
                      <a:pt x="107" y="22"/>
                    </a:lnTo>
                    <a:lnTo>
                      <a:pt x="288" y="22"/>
                    </a:lnTo>
                    <a:lnTo>
                      <a:pt x="288" y="1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8" name="Freeform 13"/>
              <p:cNvSpPr/>
              <p:nvPr/>
            </p:nvSpPr>
            <p:spPr bwMode="auto">
              <a:xfrm>
                <a:off x="4638" y="1169"/>
                <a:ext cx="72" cy="90"/>
              </a:xfrm>
              <a:custGeom>
                <a:avLst/>
                <a:gdLst>
                  <a:gd name="T0" fmla="*/ 18 w 30"/>
                  <a:gd name="T1" fmla="*/ 37 h 37"/>
                  <a:gd name="T2" fmla="*/ 30 w 30"/>
                  <a:gd name="T3" fmla="*/ 32 h 37"/>
                  <a:gd name="T4" fmla="*/ 23 w 30"/>
                  <a:gd name="T5" fmla="*/ 24 h 37"/>
                  <a:gd name="T6" fmla="*/ 18 w 30"/>
                  <a:gd name="T7" fmla="*/ 26 h 37"/>
                  <a:gd name="T8" fmla="*/ 11 w 30"/>
                  <a:gd name="T9" fmla="*/ 18 h 37"/>
                  <a:gd name="T10" fmla="*/ 17 w 30"/>
                  <a:gd name="T11" fmla="*/ 11 h 37"/>
                  <a:gd name="T12" fmla="*/ 17 w 30"/>
                  <a:gd name="T13" fmla="*/ 0 h 37"/>
                  <a:gd name="T14" fmla="*/ 0 w 30"/>
                  <a:gd name="T15" fmla="*/ 18 h 37"/>
                  <a:gd name="T16" fmla="*/ 18 w 30"/>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7">
                    <a:moveTo>
                      <a:pt x="18" y="37"/>
                    </a:moveTo>
                    <a:cubicBezTo>
                      <a:pt x="23" y="37"/>
                      <a:pt x="27" y="35"/>
                      <a:pt x="30" y="32"/>
                    </a:cubicBezTo>
                    <a:cubicBezTo>
                      <a:pt x="23" y="24"/>
                      <a:pt x="23" y="24"/>
                      <a:pt x="23" y="24"/>
                    </a:cubicBezTo>
                    <a:cubicBezTo>
                      <a:pt x="22" y="25"/>
                      <a:pt x="20" y="26"/>
                      <a:pt x="18" y="26"/>
                    </a:cubicBezTo>
                    <a:cubicBezTo>
                      <a:pt x="14" y="26"/>
                      <a:pt x="11" y="22"/>
                      <a:pt x="11" y="18"/>
                    </a:cubicBezTo>
                    <a:cubicBezTo>
                      <a:pt x="11" y="14"/>
                      <a:pt x="14" y="11"/>
                      <a:pt x="17" y="11"/>
                    </a:cubicBezTo>
                    <a:cubicBezTo>
                      <a:pt x="17" y="0"/>
                      <a:pt x="17" y="0"/>
                      <a:pt x="17" y="0"/>
                    </a:cubicBezTo>
                    <a:cubicBezTo>
                      <a:pt x="7" y="0"/>
                      <a:pt x="0" y="8"/>
                      <a:pt x="0" y="18"/>
                    </a:cubicBezTo>
                    <a:cubicBezTo>
                      <a:pt x="0" y="28"/>
                      <a:pt x="8" y="37"/>
                      <a:pt x="18"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9" name="Freeform 14"/>
              <p:cNvSpPr/>
              <p:nvPr/>
            </p:nvSpPr>
            <p:spPr bwMode="auto">
              <a:xfrm>
                <a:off x="4698" y="1218"/>
                <a:ext cx="34" cy="29"/>
              </a:xfrm>
              <a:custGeom>
                <a:avLst/>
                <a:gdLst>
                  <a:gd name="T0" fmla="*/ 0 w 14"/>
                  <a:gd name="T1" fmla="*/ 5 h 12"/>
                  <a:gd name="T2" fmla="*/ 8 w 14"/>
                  <a:gd name="T3" fmla="*/ 12 h 12"/>
                  <a:gd name="T4" fmla="*/ 14 w 14"/>
                  <a:gd name="T5" fmla="*/ 0 h 12"/>
                  <a:gd name="T6" fmla="*/ 3 w 14"/>
                  <a:gd name="T7" fmla="*/ 0 h 12"/>
                  <a:gd name="T8" fmla="*/ 0 w 14"/>
                  <a:gd name="T9" fmla="*/ 5 h 12"/>
                </a:gdLst>
                <a:ahLst/>
                <a:cxnLst>
                  <a:cxn ang="0">
                    <a:pos x="T0" y="T1"/>
                  </a:cxn>
                  <a:cxn ang="0">
                    <a:pos x="T2" y="T3"/>
                  </a:cxn>
                  <a:cxn ang="0">
                    <a:pos x="T4" y="T5"/>
                  </a:cxn>
                  <a:cxn ang="0">
                    <a:pos x="T6" y="T7"/>
                  </a:cxn>
                  <a:cxn ang="0">
                    <a:pos x="T8" y="T9"/>
                  </a:cxn>
                </a:cxnLst>
                <a:rect l="0" t="0" r="r" b="b"/>
                <a:pathLst>
                  <a:path w="14" h="12">
                    <a:moveTo>
                      <a:pt x="0" y="5"/>
                    </a:moveTo>
                    <a:cubicBezTo>
                      <a:pt x="8" y="12"/>
                      <a:pt x="8" y="12"/>
                      <a:pt x="8" y="12"/>
                    </a:cubicBezTo>
                    <a:cubicBezTo>
                      <a:pt x="11" y="9"/>
                      <a:pt x="14" y="5"/>
                      <a:pt x="14" y="0"/>
                    </a:cubicBezTo>
                    <a:cubicBezTo>
                      <a:pt x="3" y="0"/>
                      <a:pt x="3" y="0"/>
                      <a:pt x="3" y="0"/>
                    </a:cubicBezTo>
                    <a:cubicBezTo>
                      <a:pt x="3" y="2"/>
                      <a:pt x="2" y="3"/>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0" name="Freeform 15"/>
              <p:cNvSpPr/>
              <p:nvPr/>
            </p:nvSpPr>
            <p:spPr bwMode="auto">
              <a:xfrm>
                <a:off x="4681" y="1167"/>
                <a:ext cx="49" cy="46"/>
              </a:xfrm>
              <a:custGeom>
                <a:avLst/>
                <a:gdLst>
                  <a:gd name="T0" fmla="*/ 9 w 20"/>
                  <a:gd name="T1" fmla="*/ 19 h 19"/>
                  <a:gd name="T2" fmla="*/ 9 w 20"/>
                  <a:gd name="T3" fmla="*/ 19 h 19"/>
                  <a:gd name="T4" fmla="*/ 20 w 20"/>
                  <a:gd name="T5" fmla="*/ 19 h 19"/>
                  <a:gd name="T6" fmla="*/ 20 w 20"/>
                  <a:gd name="T7" fmla="*/ 19 h 19"/>
                  <a:gd name="T8" fmla="*/ 1 w 20"/>
                  <a:gd name="T9" fmla="*/ 0 h 19"/>
                  <a:gd name="T10" fmla="*/ 0 w 20"/>
                  <a:gd name="T11" fmla="*/ 0 h 19"/>
                  <a:gd name="T12" fmla="*/ 0 w 20"/>
                  <a:gd name="T13" fmla="*/ 11 h 19"/>
                  <a:gd name="T14" fmla="*/ 1 w 20"/>
                  <a:gd name="T15" fmla="*/ 11 h 19"/>
                  <a:gd name="T16" fmla="*/ 9 w 20"/>
                  <a:gd name="T1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9">
                    <a:moveTo>
                      <a:pt x="9" y="19"/>
                    </a:moveTo>
                    <a:cubicBezTo>
                      <a:pt x="9" y="19"/>
                      <a:pt x="9" y="19"/>
                      <a:pt x="9" y="19"/>
                    </a:cubicBezTo>
                    <a:cubicBezTo>
                      <a:pt x="20" y="19"/>
                      <a:pt x="20" y="19"/>
                      <a:pt x="20" y="19"/>
                    </a:cubicBezTo>
                    <a:cubicBezTo>
                      <a:pt x="20" y="19"/>
                      <a:pt x="20" y="19"/>
                      <a:pt x="20" y="19"/>
                    </a:cubicBezTo>
                    <a:cubicBezTo>
                      <a:pt x="20" y="8"/>
                      <a:pt x="11" y="0"/>
                      <a:pt x="1" y="0"/>
                    </a:cubicBezTo>
                    <a:cubicBezTo>
                      <a:pt x="1" y="0"/>
                      <a:pt x="1" y="0"/>
                      <a:pt x="0" y="0"/>
                    </a:cubicBezTo>
                    <a:cubicBezTo>
                      <a:pt x="0" y="11"/>
                      <a:pt x="0" y="11"/>
                      <a:pt x="0" y="11"/>
                    </a:cubicBezTo>
                    <a:cubicBezTo>
                      <a:pt x="1" y="11"/>
                      <a:pt x="1" y="11"/>
                      <a:pt x="1" y="11"/>
                    </a:cubicBezTo>
                    <a:cubicBezTo>
                      <a:pt x="5" y="11"/>
                      <a:pt x="9" y="15"/>
                      <a:pt x="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1" name="Rectangle 16"/>
              <p:cNvSpPr>
                <a:spLocks noChangeArrowheads="1"/>
              </p:cNvSpPr>
              <p:nvPr/>
            </p:nvSpPr>
            <p:spPr bwMode="auto">
              <a:xfrm>
                <a:off x="4744" y="1218"/>
                <a:ext cx="22" cy="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2" name="Rectangle 17"/>
              <p:cNvSpPr>
                <a:spLocks noChangeArrowheads="1"/>
              </p:cNvSpPr>
              <p:nvPr/>
            </p:nvSpPr>
            <p:spPr bwMode="auto">
              <a:xfrm>
                <a:off x="4744" y="1227"/>
                <a:ext cx="22" cy="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3" name="Rectangle 18"/>
              <p:cNvSpPr>
                <a:spLocks noChangeArrowheads="1"/>
              </p:cNvSpPr>
              <p:nvPr/>
            </p:nvSpPr>
            <p:spPr bwMode="auto">
              <a:xfrm>
                <a:off x="4744" y="1237"/>
                <a:ext cx="22" cy="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4" name="Rectangle 19"/>
              <p:cNvSpPr>
                <a:spLocks noChangeArrowheads="1"/>
              </p:cNvSpPr>
              <p:nvPr/>
            </p:nvSpPr>
            <p:spPr bwMode="auto">
              <a:xfrm>
                <a:off x="4744" y="1247"/>
                <a:ext cx="22" cy="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25" name="Rectangle 20"/>
              <p:cNvSpPr>
                <a:spLocks noChangeArrowheads="1"/>
              </p:cNvSpPr>
              <p:nvPr/>
            </p:nvSpPr>
            <p:spPr bwMode="auto">
              <a:xfrm>
                <a:off x="4744" y="1256"/>
                <a:ext cx="22" cy="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grpSp>
      <p:grpSp>
        <p:nvGrpSpPr>
          <p:cNvPr id="16395" name="组合 25"/>
          <p:cNvGrpSpPr/>
          <p:nvPr/>
        </p:nvGrpSpPr>
        <p:grpSpPr>
          <a:xfrm>
            <a:off x="5556250" y="2343150"/>
            <a:ext cx="1079500" cy="1079500"/>
            <a:chOff x="5556000" y="2342978"/>
            <a:chExt cx="1080000" cy="1080000"/>
          </a:xfrm>
        </p:grpSpPr>
        <p:sp>
          <p:nvSpPr>
            <p:cNvPr id="27" name="椭圆 26"/>
            <p:cNvSpPr>
              <a:spLocks noChangeAspect="1"/>
            </p:cNvSpPr>
            <p:nvPr/>
          </p:nvSpPr>
          <p:spPr>
            <a:xfrm>
              <a:off x="5556000" y="2342978"/>
              <a:ext cx="1080000" cy="1080000"/>
            </a:xfrm>
            <a:prstGeom prst="ellipse">
              <a:avLst/>
            </a:prstGeom>
            <a:solidFill>
              <a:srgbClr val="272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nvGrpSpPr>
            <p:cNvPr id="28" name="Group 23"/>
            <p:cNvGrpSpPr>
              <a:grpSpLocks noChangeAspect="1"/>
            </p:cNvGrpSpPr>
            <p:nvPr/>
          </p:nvGrpSpPr>
          <p:grpSpPr bwMode="auto">
            <a:xfrm>
              <a:off x="5736000" y="2521309"/>
              <a:ext cx="720000" cy="720944"/>
              <a:chOff x="2601" y="567"/>
              <a:chExt cx="763" cy="764"/>
            </a:xfrm>
            <a:solidFill>
              <a:schemeClr val="bg1"/>
            </a:solidFill>
          </p:grpSpPr>
          <p:sp>
            <p:nvSpPr>
              <p:cNvPr id="29" name="Freeform 24"/>
              <p:cNvSpPr/>
              <p:nvPr/>
            </p:nvSpPr>
            <p:spPr bwMode="auto">
              <a:xfrm>
                <a:off x="2601" y="632"/>
                <a:ext cx="248" cy="205"/>
              </a:xfrm>
              <a:custGeom>
                <a:avLst/>
                <a:gdLst>
                  <a:gd name="T0" fmla="*/ 49 w 104"/>
                  <a:gd name="T1" fmla="*/ 50 h 86"/>
                  <a:gd name="T2" fmla="*/ 85 w 104"/>
                  <a:gd name="T3" fmla="*/ 86 h 86"/>
                  <a:gd name="T4" fmla="*/ 97 w 104"/>
                  <a:gd name="T5" fmla="*/ 83 h 86"/>
                  <a:gd name="T6" fmla="*/ 104 w 104"/>
                  <a:gd name="T7" fmla="*/ 75 h 86"/>
                  <a:gd name="T8" fmla="*/ 63 w 104"/>
                  <a:gd name="T9" fmla="*/ 35 h 86"/>
                  <a:gd name="T10" fmla="*/ 64 w 104"/>
                  <a:gd name="T11" fmla="*/ 33 h 86"/>
                  <a:gd name="T12" fmla="*/ 64 w 104"/>
                  <a:gd name="T13" fmla="*/ 32 h 86"/>
                  <a:gd name="T14" fmla="*/ 66 w 104"/>
                  <a:gd name="T15" fmla="*/ 29 h 86"/>
                  <a:gd name="T16" fmla="*/ 68 w 104"/>
                  <a:gd name="T17" fmla="*/ 25 h 86"/>
                  <a:gd name="T18" fmla="*/ 69 w 104"/>
                  <a:gd name="T19" fmla="*/ 24 h 86"/>
                  <a:gd name="T20" fmla="*/ 71 w 104"/>
                  <a:gd name="T21" fmla="*/ 21 h 86"/>
                  <a:gd name="T22" fmla="*/ 74 w 104"/>
                  <a:gd name="T23" fmla="*/ 18 h 86"/>
                  <a:gd name="T24" fmla="*/ 77 w 104"/>
                  <a:gd name="T25" fmla="*/ 16 h 86"/>
                  <a:gd name="T26" fmla="*/ 79 w 104"/>
                  <a:gd name="T27" fmla="*/ 14 h 86"/>
                  <a:gd name="T28" fmla="*/ 83 w 104"/>
                  <a:gd name="T29" fmla="*/ 13 h 86"/>
                  <a:gd name="T30" fmla="*/ 85 w 104"/>
                  <a:gd name="T31" fmla="*/ 12 h 86"/>
                  <a:gd name="T32" fmla="*/ 87 w 104"/>
                  <a:gd name="T33" fmla="*/ 11 h 86"/>
                  <a:gd name="T34" fmla="*/ 90 w 104"/>
                  <a:gd name="T35" fmla="*/ 10 h 86"/>
                  <a:gd name="T36" fmla="*/ 97 w 104"/>
                  <a:gd name="T37" fmla="*/ 9 h 86"/>
                  <a:gd name="T38" fmla="*/ 95 w 104"/>
                  <a:gd name="T39" fmla="*/ 3 h 86"/>
                  <a:gd name="T40" fmla="*/ 88 w 104"/>
                  <a:gd name="T41" fmla="*/ 1 h 86"/>
                  <a:gd name="T42" fmla="*/ 85 w 104"/>
                  <a:gd name="T43" fmla="*/ 1 h 86"/>
                  <a:gd name="T44" fmla="*/ 82 w 104"/>
                  <a:gd name="T45" fmla="*/ 1 h 86"/>
                  <a:gd name="T46" fmla="*/ 77 w 104"/>
                  <a:gd name="T47" fmla="*/ 1 h 86"/>
                  <a:gd name="T48" fmla="*/ 71 w 104"/>
                  <a:gd name="T49" fmla="*/ 1 h 86"/>
                  <a:gd name="T50" fmla="*/ 66 w 104"/>
                  <a:gd name="T51" fmla="*/ 3 h 86"/>
                  <a:gd name="T52" fmla="*/ 60 w 104"/>
                  <a:gd name="T53" fmla="*/ 5 h 86"/>
                  <a:gd name="T54" fmla="*/ 55 w 104"/>
                  <a:gd name="T55" fmla="*/ 7 h 86"/>
                  <a:gd name="T56" fmla="*/ 54 w 104"/>
                  <a:gd name="T57" fmla="*/ 8 h 86"/>
                  <a:gd name="T58" fmla="*/ 49 w 104"/>
                  <a:gd name="T59" fmla="*/ 11 h 86"/>
                  <a:gd name="T60" fmla="*/ 47 w 104"/>
                  <a:gd name="T61" fmla="*/ 12 h 86"/>
                  <a:gd name="T62" fmla="*/ 44 w 104"/>
                  <a:gd name="T63" fmla="*/ 15 h 86"/>
                  <a:gd name="T64" fmla="*/ 31 w 104"/>
                  <a:gd name="T65" fmla="*/ 23 h 86"/>
                  <a:gd name="T66" fmla="*/ 0 w 104"/>
                  <a:gd name="T67" fmla="*/ 50 h 86"/>
                  <a:gd name="T68" fmla="*/ 47 w 104"/>
                  <a:gd name="T69" fmla="*/ 5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4" h="86">
                    <a:moveTo>
                      <a:pt x="47" y="51"/>
                    </a:moveTo>
                    <a:cubicBezTo>
                      <a:pt x="48" y="51"/>
                      <a:pt x="49" y="51"/>
                      <a:pt x="49" y="50"/>
                    </a:cubicBezTo>
                    <a:cubicBezTo>
                      <a:pt x="49" y="51"/>
                      <a:pt x="50" y="51"/>
                      <a:pt x="50" y="52"/>
                    </a:cubicBezTo>
                    <a:cubicBezTo>
                      <a:pt x="85" y="86"/>
                      <a:pt x="85" y="86"/>
                      <a:pt x="85" y="86"/>
                    </a:cubicBezTo>
                    <a:cubicBezTo>
                      <a:pt x="87" y="84"/>
                      <a:pt x="90" y="82"/>
                      <a:pt x="94" y="82"/>
                    </a:cubicBezTo>
                    <a:cubicBezTo>
                      <a:pt x="95" y="82"/>
                      <a:pt x="96" y="82"/>
                      <a:pt x="97" y="83"/>
                    </a:cubicBezTo>
                    <a:cubicBezTo>
                      <a:pt x="101" y="84"/>
                      <a:pt x="101" y="84"/>
                      <a:pt x="101" y="84"/>
                    </a:cubicBezTo>
                    <a:cubicBezTo>
                      <a:pt x="104" y="75"/>
                      <a:pt x="104" y="75"/>
                      <a:pt x="104" y="75"/>
                    </a:cubicBezTo>
                    <a:cubicBezTo>
                      <a:pt x="65" y="36"/>
                      <a:pt x="65" y="36"/>
                      <a:pt x="65" y="36"/>
                    </a:cubicBezTo>
                    <a:cubicBezTo>
                      <a:pt x="65" y="36"/>
                      <a:pt x="64" y="35"/>
                      <a:pt x="63" y="35"/>
                    </a:cubicBezTo>
                    <a:cubicBezTo>
                      <a:pt x="64" y="34"/>
                      <a:pt x="64" y="34"/>
                      <a:pt x="64" y="34"/>
                    </a:cubicBezTo>
                    <a:cubicBezTo>
                      <a:pt x="64" y="34"/>
                      <a:pt x="64" y="34"/>
                      <a:pt x="64" y="33"/>
                    </a:cubicBezTo>
                    <a:cubicBezTo>
                      <a:pt x="64" y="33"/>
                      <a:pt x="64" y="33"/>
                      <a:pt x="64" y="33"/>
                    </a:cubicBezTo>
                    <a:cubicBezTo>
                      <a:pt x="64" y="32"/>
                      <a:pt x="64" y="32"/>
                      <a:pt x="64" y="32"/>
                    </a:cubicBezTo>
                    <a:cubicBezTo>
                      <a:pt x="65" y="31"/>
                      <a:pt x="65" y="31"/>
                      <a:pt x="65" y="30"/>
                    </a:cubicBezTo>
                    <a:cubicBezTo>
                      <a:pt x="66" y="29"/>
                      <a:pt x="66" y="29"/>
                      <a:pt x="66" y="29"/>
                    </a:cubicBezTo>
                    <a:cubicBezTo>
                      <a:pt x="67" y="27"/>
                      <a:pt x="67" y="27"/>
                      <a:pt x="67" y="27"/>
                    </a:cubicBezTo>
                    <a:cubicBezTo>
                      <a:pt x="67" y="27"/>
                      <a:pt x="67" y="26"/>
                      <a:pt x="68" y="25"/>
                    </a:cubicBezTo>
                    <a:cubicBezTo>
                      <a:pt x="68" y="25"/>
                      <a:pt x="68" y="25"/>
                      <a:pt x="69" y="24"/>
                    </a:cubicBezTo>
                    <a:cubicBezTo>
                      <a:pt x="69" y="24"/>
                      <a:pt x="69" y="24"/>
                      <a:pt x="69" y="24"/>
                    </a:cubicBezTo>
                    <a:cubicBezTo>
                      <a:pt x="70" y="23"/>
                      <a:pt x="70" y="22"/>
                      <a:pt x="71" y="21"/>
                    </a:cubicBezTo>
                    <a:cubicBezTo>
                      <a:pt x="71" y="21"/>
                      <a:pt x="71" y="21"/>
                      <a:pt x="71" y="21"/>
                    </a:cubicBezTo>
                    <a:cubicBezTo>
                      <a:pt x="72" y="20"/>
                      <a:pt x="73" y="19"/>
                      <a:pt x="74" y="19"/>
                    </a:cubicBezTo>
                    <a:cubicBezTo>
                      <a:pt x="74" y="18"/>
                      <a:pt x="74" y="18"/>
                      <a:pt x="74" y="18"/>
                    </a:cubicBezTo>
                    <a:cubicBezTo>
                      <a:pt x="75" y="18"/>
                      <a:pt x="75" y="17"/>
                      <a:pt x="75" y="17"/>
                    </a:cubicBezTo>
                    <a:cubicBezTo>
                      <a:pt x="77" y="16"/>
                      <a:pt x="77" y="16"/>
                      <a:pt x="77" y="16"/>
                    </a:cubicBezTo>
                    <a:cubicBezTo>
                      <a:pt x="77" y="16"/>
                      <a:pt x="77" y="16"/>
                      <a:pt x="77" y="16"/>
                    </a:cubicBezTo>
                    <a:cubicBezTo>
                      <a:pt x="78" y="15"/>
                      <a:pt x="79" y="15"/>
                      <a:pt x="79" y="14"/>
                    </a:cubicBezTo>
                    <a:cubicBezTo>
                      <a:pt x="80" y="14"/>
                      <a:pt x="80" y="14"/>
                      <a:pt x="81" y="14"/>
                    </a:cubicBezTo>
                    <a:cubicBezTo>
                      <a:pt x="81" y="13"/>
                      <a:pt x="82" y="13"/>
                      <a:pt x="83" y="13"/>
                    </a:cubicBezTo>
                    <a:cubicBezTo>
                      <a:pt x="83" y="13"/>
                      <a:pt x="84" y="12"/>
                      <a:pt x="84" y="12"/>
                    </a:cubicBezTo>
                    <a:cubicBezTo>
                      <a:pt x="84" y="12"/>
                      <a:pt x="84" y="12"/>
                      <a:pt x="85" y="12"/>
                    </a:cubicBezTo>
                    <a:cubicBezTo>
                      <a:pt x="85" y="12"/>
                      <a:pt x="85" y="12"/>
                      <a:pt x="85" y="12"/>
                    </a:cubicBezTo>
                    <a:cubicBezTo>
                      <a:pt x="87" y="11"/>
                      <a:pt x="87" y="11"/>
                      <a:pt x="87" y="11"/>
                    </a:cubicBezTo>
                    <a:cubicBezTo>
                      <a:pt x="88" y="11"/>
                      <a:pt x="88" y="11"/>
                      <a:pt x="89" y="11"/>
                    </a:cubicBezTo>
                    <a:cubicBezTo>
                      <a:pt x="89" y="11"/>
                      <a:pt x="90" y="10"/>
                      <a:pt x="90" y="10"/>
                    </a:cubicBezTo>
                    <a:cubicBezTo>
                      <a:pt x="95" y="10"/>
                      <a:pt x="95" y="10"/>
                      <a:pt x="95" y="10"/>
                    </a:cubicBezTo>
                    <a:cubicBezTo>
                      <a:pt x="96" y="10"/>
                      <a:pt x="96" y="9"/>
                      <a:pt x="97" y="9"/>
                    </a:cubicBezTo>
                    <a:cubicBezTo>
                      <a:pt x="97" y="8"/>
                      <a:pt x="98" y="7"/>
                      <a:pt x="98" y="7"/>
                    </a:cubicBezTo>
                    <a:cubicBezTo>
                      <a:pt x="98" y="5"/>
                      <a:pt x="97" y="4"/>
                      <a:pt x="95" y="3"/>
                    </a:cubicBezTo>
                    <a:cubicBezTo>
                      <a:pt x="91" y="2"/>
                      <a:pt x="91" y="2"/>
                      <a:pt x="91" y="2"/>
                    </a:cubicBezTo>
                    <a:cubicBezTo>
                      <a:pt x="90" y="2"/>
                      <a:pt x="89" y="1"/>
                      <a:pt x="88" y="1"/>
                    </a:cubicBezTo>
                    <a:cubicBezTo>
                      <a:pt x="88" y="1"/>
                      <a:pt x="87" y="1"/>
                      <a:pt x="87" y="1"/>
                    </a:cubicBezTo>
                    <a:cubicBezTo>
                      <a:pt x="85" y="1"/>
                      <a:pt x="85" y="1"/>
                      <a:pt x="85" y="1"/>
                    </a:cubicBezTo>
                    <a:cubicBezTo>
                      <a:pt x="84" y="1"/>
                      <a:pt x="83" y="1"/>
                      <a:pt x="83" y="1"/>
                    </a:cubicBezTo>
                    <a:cubicBezTo>
                      <a:pt x="83" y="1"/>
                      <a:pt x="82" y="1"/>
                      <a:pt x="82" y="1"/>
                    </a:cubicBezTo>
                    <a:cubicBezTo>
                      <a:pt x="82" y="1"/>
                      <a:pt x="81" y="1"/>
                      <a:pt x="81" y="1"/>
                    </a:cubicBezTo>
                    <a:cubicBezTo>
                      <a:pt x="79" y="1"/>
                      <a:pt x="78" y="0"/>
                      <a:pt x="77" y="1"/>
                    </a:cubicBezTo>
                    <a:cubicBezTo>
                      <a:pt x="76" y="1"/>
                      <a:pt x="76" y="1"/>
                      <a:pt x="76" y="1"/>
                    </a:cubicBezTo>
                    <a:cubicBezTo>
                      <a:pt x="74" y="1"/>
                      <a:pt x="73" y="1"/>
                      <a:pt x="71" y="1"/>
                    </a:cubicBezTo>
                    <a:cubicBezTo>
                      <a:pt x="68" y="2"/>
                      <a:pt x="68" y="2"/>
                      <a:pt x="68" y="2"/>
                    </a:cubicBezTo>
                    <a:cubicBezTo>
                      <a:pt x="67" y="2"/>
                      <a:pt x="67" y="2"/>
                      <a:pt x="66" y="3"/>
                    </a:cubicBezTo>
                    <a:cubicBezTo>
                      <a:pt x="65" y="3"/>
                      <a:pt x="65" y="3"/>
                      <a:pt x="65" y="3"/>
                    </a:cubicBezTo>
                    <a:cubicBezTo>
                      <a:pt x="63" y="3"/>
                      <a:pt x="61" y="4"/>
                      <a:pt x="60" y="5"/>
                    </a:cubicBezTo>
                    <a:cubicBezTo>
                      <a:pt x="59" y="5"/>
                      <a:pt x="59" y="5"/>
                      <a:pt x="59" y="5"/>
                    </a:cubicBezTo>
                    <a:cubicBezTo>
                      <a:pt x="58" y="6"/>
                      <a:pt x="57" y="6"/>
                      <a:pt x="55" y="7"/>
                    </a:cubicBezTo>
                    <a:cubicBezTo>
                      <a:pt x="54" y="8"/>
                      <a:pt x="54" y="8"/>
                      <a:pt x="54" y="8"/>
                    </a:cubicBezTo>
                    <a:cubicBezTo>
                      <a:pt x="54" y="8"/>
                      <a:pt x="54" y="8"/>
                      <a:pt x="54" y="8"/>
                    </a:cubicBezTo>
                    <a:cubicBezTo>
                      <a:pt x="54" y="8"/>
                      <a:pt x="53" y="8"/>
                      <a:pt x="53" y="8"/>
                    </a:cubicBezTo>
                    <a:cubicBezTo>
                      <a:pt x="52" y="9"/>
                      <a:pt x="50" y="10"/>
                      <a:pt x="49" y="11"/>
                    </a:cubicBezTo>
                    <a:cubicBezTo>
                      <a:pt x="47" y="12"/>
                      <a:pt x="47" y="12"/>
                      <a:pt x="47" y="12"/>
                    </a:cubicBezTo>
                    <a:cubicBezTo>
                      <a:pt x="47" y="12"/>
                      <a:pt x="47" y="12"/>
                      <a:pt x="47" y="12"/>
                    </a:cubicBezTo>
                    <a:cubicBezTo>
                      <a:pt x="45" y="14"/>
                      <a:pt x="45" y="14"/>
                      <a:pt x="45" y="14"/>
                    </a:cubicBezTo>
                    <a:cubicBezTo>
                      <a:pt x="45" y="14"/>
                      <a:pt x="44" y="14"/>
                      <a:pt x="44" y="15"/>
                    </a:cubicBezTo>
                    <a:cubicBezTo>
                      <a:pt x="41" y="15"/>
                      <a:pt x="38" y="17"/>
                      <a:pt x="35" y="19"/>
                    </a:cubicBezTo>
                    <a:cubicBezTo>
                      <a:pt x="31" y="23"/>
                      <a:pt x="31" y="23"/>
                      <a:pt x="31" y="23"/>
                    </a:cubicBezTo>
                    <a:cubicBezTo>
                      <a:pt x="29" y="25"/>
                      <a:pt x="28" y="28"/>
                      <a:pt x="26" y="30"/>
                    </a:cubicBezTo>
                    <a:cubicBezTo>
                      <a:pt x="20" y="29"/>
                      <a:pt x="12" y="38"/>
                      <a:pt x="0" y="50"/>
                    </a:cubicBezTo>
                    <a:cubicBezTo>
                      <a:pt x="27" y="78"/>
                      <a:pt x="27" y="78"/>
                      <a:pt x="27" y="78"/>
                    </a:cubicBezTo>
                    <a:cubicBezTo>
                      <a:pt x="37" y="69"/>
                      <a:pt x="49" y="57"/>
                      <a:pt x="47"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0" name="Freeform 25"/>
              <p:cNvSpPr/>
              <p:nvPr/>
            </p:nvSpPr>
            <p:spPr bwMode="auto">
              <a:xfrm>
                <a:off x="3216" y="670"/>
                <a:ext cx="129" cy="88"/>
              </a:xfrm>
              <a:custGeom>
                <a:avLst/>
                <a:gdLst>
                  <a:gd name="T0" fmla="*/ 5 w 54"/>
                  <a:gd name="T1" fmla="*/ 34 h 37"/>
                  <a:gd name="T2" fmla="*/ 23 w 54"/>
                  <a:gd name="T3" fmla="*/ 37 h 37"/>
                  <a:gd name="T4" fmla="*/ 40 w 54"/>
                  <a:gd name="T5" fmla="*/ 15 h 37"/>
                  <a:gd name="T6" fmla="*/ 54 w 54"/>
                  <a:gd name="T7" fmla="*/ 10 h 37"/>
                  <a:gd name="T8" fmla="*/ 54 w 54"/>
                  <a:gd name="T9" fmla="*/ 0 h 37"/>
                  <a:gd name="T10" fmla="*/ 28 w 54"/>
                  <a:gd name="T11" fmla="*/ 0 h 37"/>
                  <a:gd name="T12" fmla="*/ 28 w 54"/>
                  <a:gd name="T13" fmla="*/ 21 h 37"/>
                  <a:gd name="T14" fmla="*/ 0 w 54"/>
                  <a:gd name="T15" fmla="*/ 21 h 37"/>
                  <a:gd name="T16" fmla="*/ 5 w 54"/>
                  <a:gd name="T17"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7">
                    <a:moveTo>
                      <a:pt x="5" y="34"/>
                    </a:moveTo>
                    <a:cubicBezTo>
                      <a:pt x="23" y="37"/>
                      <a:pt x="23" y="37"/>
                      <a:pt x="23" y="37"/>
                    </a:cubicBezTo>
                    <a:cubicBezTo>
                      <a:pt x="40" y="15"/>
                      <a:pt x="40" y="15"/>
                      <a:pt x="40" y="15"/>
                    </a:cubicBezTo>
                    <a:cubicBezTo>
                      <a:pt x="43" y="11"/>
                      <a:pt x="49" y="9"/>
                      <a:pt x="54" y="10"/>
                    </a:cubicBezTo>
                    <a:cubicBezTo>
                      <a:pt x="54" y="0"/>
                      <a:pt x="54" y="0"/>
                      <a:pt x="54" y="0"/>
                    </a:cubicBezTo>
                    <a:cubicBezTo>
                      <a:pt x="28" y="0"/>
                      <a:pt x="28" y="0"/>
                      <a:pt x="28" y="0"/>
                    </a:cubicBezTo>
                    <a:cubicBezTo>
                      <a:pt x="28" y="21"/>
                      <a:pt x="28" y="21"/>
                      <a:pt x="28" y="21"/>
                    </a:cubicBezTo>
                    <a:cubicBezTo>
                      <a:pt x="0" y="21"/>
                      <a:pt x="0" y="21"/>
                      <a:pt x="0" y="21"/>
                    </a:cubicBezTo>
                    <a:lnTo>
                      <a:pt x="5" y="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1" name="Freeform 26"/>
              <p:cNvSpPr/>
              <p:nvPr/>
            </p:nvSpPr>
            <p:spPr bwMode="auto">
              <a:xfrm>
                <a:off x="2811" y="720"/>
                <a:ext cx="55" cy="43"/>
              </a:xfrm>
              <a:custGeom>
                <a:avLst/>
                <a:gdLst>
                  <a:gd name="T0" fmla="*/ 43 w 55"/>
                  <a:gd name="T1" fmla="*/ 43 h 43"/>
                  <a:gd name="T2" fmla="*/ 55 w 55"/>
                  <a:gd name="T3" fmla="*/ 0 h 43"/>
                  <a:gd name="T4" fmla="*/ 0 w 55"/>
                  <a:gd name="T5" fmla="*/ 0 h 43"/>
                  <a:gd name="T6" fmla="*/ 43 w 55"/>
                  <a:gd name="T7" fmla="*/ 43 h 43"/>
                </a:gdLst>
                <a:ahLst/>
                <a:cxnLst>
                  <a:cxn ang="0">
                    <a:pos x="T0" y="T1"/>
                  </a:cxn>
                  <a:cxn ang="0">
                    <a:pos x="T2" y="T3"/>
                  </a:cxn>
                  <a:cxn ang="0">
                    <a:pos x="T4" y="T5"/>
                  </a:cxn>
                  <a:cxn ang="0">
                    <a:pos x="T6" y="T7"/>
                  </a:cxn>
                </a:cxnLst>
                <a:rect l="0" t="0" r="r" b="b"/>
                <a:pathLst>
                  <a:path w="55" h="43">
                    <a:moveTo>
                      <a:pt x="43" y="43"/>
                    </a:moveTo>
                    <a:lnTo>
                      <a:pt x="55" y="0"/>
                    </a:lnTo>
                    <a:lnTo>
                      <a:pt x="0" y="0"/>
                    </a:lnTo>
                    <a:lnTo>
                      <a:pt x="43"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2" name="Freeform 27"/>
              <p:cNvSpPr>
                <a:spLocks noEditPoints="1"/>
              </p:cNvSpPr>
              <p:nvPr/>
            </p:nvSpPr>
            <p:spPr bwMode="auto">
              <a:xfrm>
                <a:off x="2654" y="567"/>
                <a:ext cx="710" cy="764"/>
              </a:xfrm>
              <a:custGeom>
                <a:avLst/>
                <a:gdLst>
                  <a:gd name="T0" fmla="*/ 290 w 298"/>
                  <a:gd name="T1" fmla="*/ 110 h 320"/>
                  <a:gd name="T2" fmla="*/ 261 w 298"/>
                  <a:gd name="T3" fmla="*/ 131 h 320"/>
                  <a:gd name="T4" fmla="*/ 264 w 298"/>
                  <a:gd name="T5" fmla="*/ 176 h 320"/>
                  <a:gd name="T6" fmla="*/ 194 w 298"/>
                  <a:gd name="T7" fmla="*/ 176 h 320"/>
                  <a:gd name="T8" fmla="*/ 228 w 298"/>
                  <a:gd name="T9" fmla="*/ 129 h 320"/>
                  <a:gd name="T10" fmla="*/ 289 w 298"/>
                  <a:gd name="T11" fmla="*/ 72 h 320"/>
                  <a:gd name="T12" fmla="*/ 281 w 298"/>
                  <a:gd name="T13" fmla="*/ 70 h 320"/>
                  <a:gd name="T14" fmla="*/ 233 w 298"/>
                  <a:gd name="T15" fmla="*/ 91 h 320"/>
                  <a:gd name="T16" fmla="*/ 242 w 298"/>
                  <a:gd name="T17" fmla="*/ 39 h 320"/>
                  <a:gd name="T18" fmla="*/ 239 w 298"/>
                  <a:gd name="T19" fmla="*/ 32 h 320"/>
                  <a:gd name="T20" fmla="*/ 196 w 298"/>
                  <a:gd name="T21" fmla="*/ 104 h 320"/>
                  <a:gd name="T22" fmla="*/ 152 w 298"/>
                  <a:gd name="T23" fmla="*/ 157 h 320"/>
                  <a:gd name="T24" fmla="*/ 168 w 298"/>
                  <a:gd name="T25" fmla="*/ 176 h 320"/>
                  <a:gd name="T26" fmla="*/ 159 w 298"/>
                  <a:gd name="T27" fmla="*/ 170 h 320"/>
                  <a:gd name="T28" fmla="*/ 100 w 298"/>
                  <a:gd name="T29" fmla="*/ 117 h 320"/>
                  <a:gd name="T30" fmla="*/ 110 w 298"/>
                  <a:gd name="T31" fmla="*/ 124 h 320"/>
                  <a:gd name="T32" fmla="*/ 109 w 298"/>
                  <a:gd name="T33" fmla="*/ 137 h 320"/>
                  <a:gd name="T34" fmla="*/ 103 w 298"/>
                  <a:gd name="T35" fmla="*/ 163 h 320"/>
                  <a:gd name="T36" fmla="*/ 112 w 298"/>
                  <a:gd name="T37" fmla="*/ 176 h 320"/>
                  <a:gd name="T38" fmla="*/ 93 w 298"/>
                  <a:gd name="T39" fmla="*/ 176 h 320"/>
                  <a:gd name="T40" fmla="*/ 103 w 298"/>
                  <a:gd name="T41" fmla="*/ 133 h 320"/>
                  <a:gd name="T42" fmla="*/ 102 w 298"/>
                  <a:gd name="T43" fmla="*/ 122 h 320"/>
                  <a:gd name="T44" fmla="*/ 118 w 298"/>
                  <a:gd name="T45" fmla="*/ 35 h 320"/>
                  <a:gd name="T46" fmla="*/ 125 w 298"/>
                  <a:gd name="T47" fmla="*/ 23 h 320"/>
                  <a:gd name="T48" fmla="*/ 117 w 298"/>
                  <a:gd name="T49" fmla="*/ 0 h 320"/>
                  <a:gd name="T50" fmla="*/ 107 w 298"/>
                  <a:gd name="T51" fmla="*/ 32 h 320"/>
                  <a:gd name="T52" fmla="*/ 83 w 298"/>
                  <a:gd name="T53" fmla="*/ 116 h 320"/>
                  <a:gd name="T54" fmla="*/ 66 w 298"/>
                  <a:gd name="T55" fmla="*/ 117 h 320"/>
                  <a:gd name="T56" fmla="*/ 61 w 298"/>
                  <a:gd name="T57" fmla="*/ 129 h 320"/>
                  <a:gd name="T58" fmla="*/ 38 w 298"/>
                  <a:gd name="T59" fmla="*/ 176 h 320"/>
                  <a:gd name="T60" fmla="*/ 34 w 298"/>
                  <a:gd name="T61" fmla="*/ 131 h 320"/>
                  <a:gd name="T62" fmla="*/ 55 w 298"/>
                  <a:gd name="T63" fmla="*/ 120 h 320"/>
                  <a:gd name="T64" fmla="*/ 30 w 298"/>
                  <a:gd name="T65" fmla="*/ 86 h 320"/>
                  <a:gd name="T66" fmla="*/ 8 w 298"/>
                  <a:gd name="T67" fmla="*/ 111 h 320"/>
                  <a:gd name="T68" fmla="*/ 0 w 298"/>
                  <a:gd name="T69" fmla="*/ 176 h 320"/>
                  <a:gd name="T70" fmla="*/ 52 w 298"/>
                  <a:gd name="T71" fmla="*/ 320 h 320"/>
                  <a:gd name="T72" fmla="*/ 298 w 298"/>
                  <a:gd name="T73" fmla="*/ 268 h 320"/>
                  <a:gd name="T74" fmla="*/ 290 w 298"/>
                  <a:gd name="T75" fmla="*/ 176 h 320"/>
                  <a:gd name="T76" fmla="*/ 93 w 298"/>
                  <a:gd name="T77" fmla="*/ 140 h 320"/>
                  <a:gd name="T78" fmla="*/ 89 w 298"/>
                  <a:gd name="T79" fmla="*/ 176 h 320"/>
                  <a:gd name="T80" fmla="*/ 85 w 298"/>
                  <a:gd name="T81" fmla="*/ 144 h 320"/>
                  <a:gd name="T82" fmla="*/ 72 w 298"/>
                  <a:gd name="T83" fmla="*/ 133 h 320"/>
                  <a:gd name="T84" fmla="*/ 66 w 298"/>
                  <a:gd name="T85" fmla="*/ 176 h 320"/>
                  <a:gd name="T86" fmla="*/ 64 w 298"/>
                  <a:gd name="T87"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8" h="320">
                    <a:moveTo>
                      <a:pt x="290" y="176"/>
                    </a:moveTo>
                    <a:cubicBezTo>
                      <a:pt x="290" y="110"/>
                      <a:pt x="290" y="110"/>
                      <a:pt x="290" y="110"/>
                    </a:cubicBezTo>
                    <a:cubicBezTo>
                      <a:pt x="289" y="110"/>
                      <a:pt x="289" y="111"/>
                      <a:pt x="288" y="111"/>
                    </a:cubicBezTo>
                    <a:cubicBezTo>
                      <a:pt x="281" y="121"/>
                      <a:pt x="272" y="127"/>
                      <a:pt x="261" y="131"/>
                    </a:cubicBezTo>
                    <a:cubicBezTo>
                      <a:pt x="264" y="131"/>
                      <a:pt x="264" y="131"/>
                      <a:pt x="264" y="131"/>
                    </a:cubicBezTo>
                    <a:cubicBezTo>
                      <a:pt x="264" y="176"/>
                      <a:pt x="264" y="176"/>
                      <a:pt x="264" y="176"/>
                    </a:cubicBezTo>
                    <a:cubicBezTo>
                      <a:pt x="203" y="176"/>
                      <a:pt x="203" y="176"/>
                      <a:pt x="203" y="176"/>
                    </a:cubicBezTo>
                    <a:cubicBezTo>
                      <a:pt x="194" y="176"/>
                      <a:pt x="194" y="176"/>
                      <a:pt x="194" y="176"/>
                    </a:cubicBezTo>
                    <a:cubicBezTo>
                      <a:pt x="227" y="132"/>
                      <a:pt x="227" y="132"/>
                      <a:pt x="227" y="132"/>
                    </a:cubicBezTo>
                    <a:cubicBezTo>
                      <a:pt x="227" y="131"/>
                      <a:pt x="228" y="130"/>
                      <a:pt x="228" y="129"/>
                    </a:cubicBezTo>
                    <a:cubicBezTo>
                      <a:pt x="247" y="134"/>
                      <a:pt x="267" y="128"/>
                      <a:pt x="279" y="112"/>
                    </a:cubicBezTo>
                    <a:cubicBezTo>
                      <a:pt x="288" y="101"/>
                      <a:pt x="292" y="86"/>
                      <a:pt x="289" y="72"/>
                    </a:cubicBezTo>
                    <a:cubicBezTo>
                      <a:pt x="288" y="70"/>
                      <a:pt x="287" y="69"/>
                      <a:pt x="286" y="68"/>
                    </a:cubicBezTo>
                    <a:cubicBezTo>
                      <a:pt x="284" y="68"/>
                      <a:pt x="282" y="68"/>
                      <a:pt x="281" y="70"/>
                    </a:cubicBezTo>
                    <a:cubicBezTo>
                      <a:pt x="260" y="96"/>
                      <a:pt x="260" y="96"/>
                      <a:pt x="260" y="96"/>
                    </a:cubicBezTo>
                    <a:cubicBezTo>
                      <a:pt x="233" y="91"/>
                      <a:pt x="233" y="91"/>
                      <a:pt x="233" y="91"/>
                    </a:cubicBezTo>
                    <a:cubicBezTo>
                      <a:pt x="221" y="66"/>
                      <a:pt x="221" y="66"/>
                      <a:pt x="221" y="66"/>
                    </a:cubicBezTo>
                    <a:cubicBezTo>
                      <a:pt x="242" y="39"/>
                      <a:pt x="242" y="39"/>
                      <a:pt x="242" y="39"/>
                    </a:cubicBezTo>
                    <a:cubicBezTo>
                      <a:pt x="243" y="38"/>
                      <a:pt x="244" y="36"/>
                      <a:pt x="243" y="34"/>
                    </a:cubicBezTo>
                    <a:cubicBezTo>
                      <a:pt x="242" y="33"/>
                      <a:pt x="241" y="32"/>
                      <a:pt x="239" y="32"/>
                    </a:cubicBezTo>
                    <a:cubicBezTo>
                      <a:pt x="224" y="32"/>
                      <a:pt x="211" y="39"/>
                      <a:pt x="202" y="51"/>
                    </a:cubicBezTo>
                    <a:cubicBezTo>
                      <a:pt x="189" y="66"/>
                      <a:pt x="188" y="87"/>
                      <a:pt x="196" y="104"/>
                    </a:cubicBezTo>
                    <a:cubicBezTo>
                      <a:pt x="196" y="105"/>
                      <a:pt x="195" y="106"/>
                      <a:pt x="195" y="106"/>
                    </a:cubicBezTo>
                    <a:cubicBezTo>
                      <a:pt x="152" y="157"/>
                      <a:pt x="152" y="157"/>
                      <a:pt x="152" y="157"/>
                    </a:cubicBezTo>
                    <a:cubicBezTo>
                      <a:pt x="162" y="167"/>
                      <a:pt x="162" y="167"/>
                      <a:pt x="162" y="167"/>
                    </a:cubicBezTo>
                    <a:cubicBezTo>
                      <a:pt x="165" y="170"/>
                      <a:pt x="167" y="173"/>
                      <a:pt x="168" y="176"/>
                    </a:cubicBezTo>
                    <a:cubicBezTo>
                      <a:pt x="163" y="176"/>
                      <a:pt x="163" y="176"/>
                      <a:pt x="163" y="176"/>
                    </a:cubicBezTo>
                    <a:cubicBezTo>
                      <a:pt x="163" y="174"/>
                      <a:pt x="161" y="172"/>
                      <a:pt x="159" y="170"/>
                    </a:cubicBezTo>
                    <a:cubicBezTo>
                      <a:pt x="101" y="112"/>
                      <a:pt x="101" y="112"/>
                      <a:pt x="101" y="112"/>
                    </a:cubicBezTo>
                    <a:cubicBezTo>
                      <a:pt x="100" y="117"/>
                      <a:pt x="100" y="117"/>
                      <a:pt x="100" y="117"/>
                    </a:cubicBezTo>
                    <a:cubicBezTo>
                      <a:pt x="103" y="118"/>
                      <a:pt x="103" y="118"/>
                      <a:pt x="103" y="118"/>
                    </a:cubicBezTo>
                    <a:cubicBezTo>
                      <a:pt x="106" y="119"/>
                      <a:pt x="109" y="121"/>
                      <a:pt x="110" y="124"/>
                    </a:cubicBezTo>
                    <a:cubicBezTo>
                      <a:pt x="112" y="126"/>
                      <a:pt x="112" y="129"/>
                      <a:pt x="111" y="132"/>
                    </a:cubicBezTo>
                    <a:cubicBezTo>
                      <a:pt x="111" y="134"/>
                      <a:pt x="110" y="135"/>
                      <a:pt x="109" y="137"/>
                    </a:cubicBezTo>
                    <a:cubicBezTo>
                      <a:pt x="109" y="139"/>
                      <a:pt x="109" y="142"/>
                      <a:pt x="108" y="145"/>
                    </a:cubicBezTo>
                    <a:cubicBezTo>
                      <a:pt x="103" y="163"/>
                      <a:pt x="103" y="163"/>
                      <a:pt x="103" y="163"/>
                    </a:cubicBezTo>
                    <a:cubicBezTo>
                      <a:pt x="117" y="176"/>
                      <a:pt x="117" y="176"/>
                      <a:pt x="117" y="176"/>
                    </a:cubicBezTo>
                    <a:cubicBezTo>
                      <a:pt x="112" y="176"/>
                      <a:pt x="112" y="176"/>
                      <a:pt x="112" y="176"/>
                    </a:cubicBezTo>
                    <a:cubicBezTo>
                      <a:pt x="103" y="176"/>
                      <a:pt x="103" y="176"/>
                      <a:pt x="103" y="176"/>
                    </a:cubicBezTo>
                    <a:cubicBezTo>
                      <a:pt x="93" y="176"/>
                      <a:pt x="93" y="176"/>
                      <a:pt x="93" y="176"/>
                    </a:cubicBezTo>
                    <a:cubicBezTo>
                      <a:pt x="103" y="142"/>
                      <a:pt x="103" y="142"/>
                      <a:pt x="103" y="142"/>
                    </a:cubicBezTo>
                    <a:cubicBezTo>
                      <a:pt x="104" y="139"/>
                      <a:pt x="104" y="136"/>
                      <a:pt x="103" y="133"/>
                    </a:cubicBezTo>
                    <a:cubicBezTo>
                      <a:pt x="105" y="132"/>
                      <a:pt x="106" y="131"/>
                      <a:pt x="106" y="129"/>
                    </a:cubicBezTo>
                    <a:cubicBezTo>
                      <a:pt x="107" y="126"/>
                      <a:pt x="105" y="123"/>
                      <a:pt x="102" y="122"/>
                    </a:cubicBezTo>
                    <a:cubicBezTo>
                      <a:pt x="93" y="119"/>
                      <a:pt x="93" y="119"/>
                      <a:pt x="93" y="119"/>
                    </a:cubicBezTo>
                    <a:cubicBezTo>
                      <a:pt x="118" y="35"/>
                      <a:pt x="118" y="35"/>
                      <a:pt x="118" y="35"/>
                    </a:cubicBezTo>
                    <a:cubicBezTo>
                      <a:pt x="119" y="35"/>
                      <a:pt x="119" y="35"/>
                      <a:pt x="119" y="35"/>
                    </a:cubicBezTo>
                    <a:cubicBezTo>
                      <a:pt x="125" y="23"/>
                      <a:pt x="125" y="23"/>
                      <a:pt x="125" y="23"/>
                    </a:cubicBezTo>
                    <a:cubicBezTo>
                      <a:pt x="128" y="3"/>
                      <a:pt x="128" y="3"/>
                      <a:pt x="128" y="3"/>
                    </a:cubicBezTo>
                    <a:cubicBezTo>
                      <a:pt x="117" y="0"/>
                      <a:pt x="117" y="0"/>
                      <a:pt x="117" y="0"/>
                    </a:cubicBezTo>
                    <a:cubicBezTo>
                      <a:pt x="109" y="18"/>
                      <a:pt x="109" y="18"/>
                      <a:pt x="109" y="18"/>
                    </a:cubicBezTo>
                    <a:cubicBezTo>
                      <a:pt x="107" y="32"/>
                      <a:pt x="107" y="32"/>
                      <a:pt x="107" y="32"/>
                    </a:cubicBezTo>
                    <a:cubicBezTo>
                      <a:pt x="108" y="32"/>
                      <a:pt x="108" y="32"/>
                      <a:pt x="108" y="32"/>
                    </a:cubicBezTo>
                    <a:cubicBezTo>
                      <a:pt x="83" y="116"/>
                      <a:pt x="83" y="116"/>
                      <a:pt x="83" y="116"/>
                    </a:cubicBezTo>
                    <a:cubicBezTo>
                      <a:pt x="74" y="113"/>
                      <a:pt x="74" y="113"/>
                      <a:pt x="74" y="113"/>
                    </a:cubicBezTo>
                    <a:cubicBezTo>
                      <a:pt x="70" y="112"/>
                      <a:pt x="67" y="114"/>
                      <a:pt x="66" y="117"/>
                    </a:cubicBezTo>
                    <a:cubicBezTo>
                      <a:pt x="65" y="119"/>
                      <a:pt x="66" y="120"/>
                      <a:pt x="66" y="122"/>
                    </a:cubicBezTo>
                    <a:cubicBezTo>
                      <a:pt x="64" y="124"/>
                      <a:pt x="62" y="126"/>
                      <a:pt x="61" y="129"/>
                    </a:cubicBezTo>
                    <a:cubicBezTo>
                      <a:pt x="47" y="176"/>
                      <a:pt x="47" y="176"/>
                      <a:pt x="47" y="176"/>
                    </a:cubicBezTo>
                    <a:cubicBezTo>
                      <a:pt x="38" y="176"/>
                      <a:pt x="38" y="176"/>
                      <a:pt x="38" y="176"/>
                    </a:cubicBezTo>
                    <a:cubicBezTo>
                      <a:pt x="34" y="176"/>
                      <a:pt x="34" y="176"/>
                      <a:pt x="34" y="176"/>
                    </a:cubicBezTo>
                    <a:cubicBezTo>
                      <a:pt x="34" y="131"/>
                      <a:pt x="34" y="131"/>
                      <a:pt x="34" y="131"/>
                    </a:cubicBezTo>
                    <a:cubicBezTo>
                      <a:pt x="52" y="131"/>
                      <a:pt x="52" y="131"/>
                      <a:pt x="52" y="131"/>
                    </a:cubicBezTo>
                    <a:cubicBezTo>
                      <a:pt x="55" y="120"/>
                      <a:pt x="55" y="120"/>
                      <a:pt x="55" y="120"/>
                    </a:cubicBezTo>
                    <a:cubicBezTo>
                      <a:pt x="56" y="118"/>
                      <a:pt x="56" y="117"/>
                      <a:pt x="58" y="115"/>
                    </a:cubicBezTo>
                    <a:cubicBezTo>
                      <a:pt x="30" y="86"/>
                      <a:pt x="30" y="86"/>
                      <a:pt x="30" y="86"/>
                    </a:cubicBezTo>
                    <a:cubicBezTo>
                      <a:pt x="26" y="91"/>
                      <a:pt x="22" y="97"/>
                      <a:pt x="16" y="103"/>
                    </a:cubicBezTo>
                    <a:cubicBezTo>
                      <a:pt x="8" y="111"/>
                      <a:pt x="8" y="111"/>
                      <a:pt x="8" y="111"/>
                    </a:cubicBezTo>
                    <a:cubicBezTo>
                      <a:pt x="8" y="176"/>
                      <a:pt x="8" y="176"/>
                      <a:pt x="8" y="176"/>
                    </a:cubicBezTo>
                    <a:cubicBezTo>
                      <a:pt x="0" y="176"/>
                      <a:pt x="0" y="176"/>
                      <a:pt x="0" y="176"/>
                    </a:cubicBezTo>
                    <a:cubicBezTo>
                      <a:pt x="0" y="268"/>
                      <a:pt x="0" y="268"/>
                      <a:pt x="0" y="268"/>
                    </a:cubicBezTo>
                    <a:cubicBezTo>
                      <a:pt x="0" y="296"/>
                      <a:pt x="23" y="320"/>
                      <a:pt x="52" y="320"/>
                    </a:cubicBezTo>
                    <a:cubicBezTo>
                      <a:pt x="246" y="320"/>
                      <a:pt x="246" y="320"/>
                      <a:pt x="246" y="320"/>
                    </a:cubicBezTo>
                    <a:cubicBezTo>
                      <a:pt x="275" y="320"/>
                      <a:pt x="298" y="296"/>
                      <a:pt x="298" y="268"/>
                    </a:cubicBezTo>
                    <a:cubicBezTo>
                      <a:pt x="298" y="176"/>
                      <a:pt x="298" y="176"/>
                      <a:pt x="298" y="176"/>
                    </a:cubicBezTo>
                    <a:lnTo>
                      <a:pt x="290" y="176"/>
                    </a:lnTo>
                    <a:close/>
                    <a:moveTo>
                      <a:pt x="85" y="144"/>
                    </a:moveTo>
                    <a:cubicBezTo>
                      <a:pt x="86" y="140"/>
                      <a:pt x="90" y="139"/>
                      <a:pt x="93" y="140"/>
                    </a:cubicBezTo>
                    <a:cubicBezTo>
                      <a:pt x="97" y="141"/>
                      <a:pt x="99" y="144"/>
                      <a:pt x="98" y="148"/>
                    </a:cubicBezTo>
                    <a:cubicBezTo>
                      <a:pt x="89" y="176"/>
                      <a:pt x="89" y="176"/>
                      <a:pt x="89" y="176"/>
                    </a:cubicBezTo>
                    <a:cubicBezTo>
                      <a:pt x="76" y="176"/>
                      <a:pt x="76" y="176"/>
                      <a:pt x="76" y="176"/>
                    </a:cubicBezTo>
                    <a:lnTo>
                      <a:pt x="85" y="144"/>
                    </a:lnTo>
                    <a:close/>
                    <a:moveTo>
                      <a:pt x="64" y="138"/>
                    </a:moveTo>
                    <a:cubicBezTo>
                      <a:pt x="65" y="134"/>
                      <a:pt x="69" y="132"/>
                      <a:pt x="72" y="133"/>
                    </a:cubicBezTo>
                    <a:cubicBezTo>
                      <a:pt x="76" y="134"/>
                      <a:pt x="78" y="138"/>
                      <a:pt x="77" y="141"/>
                    </a:cubicBezTo>
                    <a:cubicBezTo>
                      <a:pt x="66" y="176"/>
                      <a:pt x="66" y="176"/>
                      <a:pt x="66" y="176"/>
                    </a:cubicBezTo>
                    <a:cubicBezTo>
                      <a:pt x="53" y="176"/>
                      <a:pt x="53" y="176"/>
                      <a:pt x="53" y="176"/>
                    </a:cubicBezTo>
                    <a:lnTo>
                      <a:pt x="64" y="1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3" name="Freeform 28"/>
              <p:cNvSpPr/>
              <p:nvPr/>
            </p:nvSpPr>
            <p:spPr bwMode="auto">
              <a:xfrm>
                <a:off x="2914" y="720"/>
                <a:ext cx="188" cy="160"/>
              </a:xfrm>
              <a:custGeom>
                <a:avLst/>
                <a:gdLst>
                  <a:gd name="T0" fmla="*/ 10 w 79"/>
                  <a:gd name="T1" fmla="*/ 0 h 67"/>
                  <a:gd name="T2" fmla="*/ 0 w 79"/>
                  <a:gd name="T3" fmla="*/ 34 h 67"/>
                  <a:gd name="T4" fmla="*/ 32 w 79"/>
                  <a:gd name="T5" fmla="*/ 67 h 67"/>
                  <a:gd name="T6" fmla="*/ 50 w 79"/>
                  <a:gd name="T7" fmla="*/ 67 h 67"/>
                  <a:gd name="T8" fmla="*/ 79 w 79"/>
                  <a:gd name="T9" fmla="*/ 32 h 67"/>
                  <a:gd name="T10" fmla="*/ 76 w 79"/>
                  <a:gd name="T11" fmla="*/ 0 h 67"/>
                  <a:gd name="T12" fmla="*/ 10 w 79"/>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79" h="67">
                    <a:moveTo>
                      <a:pt x="10" y="0"/>
                    </a:moveTo>
                    <a:cubicBezTo>
                      <a:pt x="0" y="34"/>
                      <a:pt x="0" y="34"/>
                      <a:pt x="0" y="34"/>
                    </a:cubicBezTo>
                    <a:cubicBezTo>
                      <a:pt x="32" y="67"/>
                      <a:pt x="32" y="67"/>
                      <a:pt x="32" y="67"/>
                    </a:cubicBezTo>
                    <a:cubicBezTo>
                      <a:pt x="50" y="67"/>
                      <a:pt x="50" y="67"/>
                      <a:pt x="50" y="67"/>
                    </a:cubicBezTo>
                    <a:cubicBezTo>
                      <a:pt x="79" y="32"/>
                      <a:pt x="79" y="32"/>
                      <a:pt x="79" y="32"/>
                    </a:cubicBezTo>
                    <a:cubicBezTo>
                      <a:pt x="75" y="22"/>
                      <a:pt x="74" y="11"/>
                      <a:pt x="76" y="0"/>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grpSp>
      </p:grpSp>
      <p:sp>
        <p:nvSpPr>
          <p:cNvPr id="16398" name="矩形 33"/>
          <p:cNvSpPr/>
          <p:nvPr/>
        </p:nvSpPr>
        <p:spPr>
          <a:xfrm>
            <a:off x="1839913" y="3487738"/>
            <a:ext cx="2241550" cy="2030412"/>
          </a:xfrm>
          <a:prstGeom prst="rect">
            <a:avLst/>
          </a:prstGeom>
          <a:noFill/>
          <a:ln w="9525">
            <a:noFill/>
          </a:ln>
        </p:spPr>
        <p:txBody>
          <a:bodyPr anchor="t" anchorCtr="0">
            <a:spAutoFit/>
          </a:bodyPr>
          <a:p>
            <a:r>
              <a:rPr lang="zh-CN" altLang="en-US" sz="1400" dirty="0">
                <a:solidFill>
                  <a:srgbClr val="FFFFFF"/>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ligulafaucibus orci luctus et ultrices posuere cubilia Curae; Donec velit neque</a:t>
            </a:r>
            <a:r>
              <a:rPr lang="en-US" altLang="zh-CN" sz="1400" dirty="0">
                <a:solidFill>
                  <a:srgbClr val="FFFFFF"/>
                </a:solidFill>
                <a:latin typeface="Calibri" panose="020F0502020204030204" pitchFamily="34" charset="0"/>
                <a:ea typeface="Microsoft YaHei Light" panose="020B0502040204020203" pitchFamily="34" charset="-122"/>
              </a:rPr>
              <a:t>.</a:t>
            </a:r>
            <a:endParaRPr lang="zh-CN" altLang="en-US" sz="1400" dirty="0">
              <a:solidFill>
                <a:srgbClr val="FFFFFF"/>
              </a:solidFill>
              <a:latin typeface="Calibri" panose="020F0502020204030204" pitchFamily="34" charset="0"/>
              <a:ea typeface="Arial" panose="020B0604020202020204" pitchFamily="34" charset="0"/>
            </a:endParaRPr>
          </a:p>
        </p:txBody>
      </p:sp>
      <p:sp>
        <p:nvSpPr>
          <p:cNvPr id="16399" name="矩形 34"/>
          <p:cNvSpPr/>
          <p:nvPr/>
        </p:nvSpPr>
        <p:spPr>
          <a:xfrm>
            <a:off x="4975225" y="3487738"/>
            <a:ext cx="2241550" cy="2030412"/>
          </a:xfrm>
          <a:prstGeom prst="rect">
            <a:avLst/>
          </a:prstGeom>
          <a:noFill/>
          <a:ln w="9525">
            <a:noFill/>
          </a:ln>
        </p:spPr>
        <p:txBody>
          <a:bodyPr anchor="t" anchorCtr="0">
            <a:spAutoFit/>
          </a:bodyPr>
          <a:p>
            <a:r>
              <a:rPr lang="zh-CN" altLang="en-US" sz="1400" dirty="0">
                <a:solidFill>
                  <a:srgbClr val="FFFFFF"/>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ligulafaucibus orci luctus et ultrices posuere cubilia Curae; Donec velit neque</a:t>
            </a:r>
            <a:r>
              <a:rPr lang="en-US" altLang="zh-CN" sz="1400" dirty="0">
                <a:solidFill>
                  <a:srgbClr val="FFFFFF"/>
                </a:solidFill>
                <a:latin typeface="Calibri" panose="020F0502020204030204" pitchFamily="34" charset="0"/>
                <a:ea typeface="Microsoft YaHei Light" panose="020B0502040204020203" pitchFamily="34" charset="-122"/>
              </a:rPr>
              <a:t>.</a:t>
            </a:r>
            <a:endParaRPr lang="zh-CN" altLang="en-US" sz="1400" dirty="0">
              <a:solidFill>
                <a:srgbClr val="FFFFFF"/>
              </a:solidFill>
              <a:latin typeface="Calibri" panose="020F0502020204030204" pitchFamily="34" charset="0"/>
              <a:ea typeface="Arial" panose="020B0604020202020204" pitchFamily="34" charset="0"/>
            </a:endParaRPr>
          </a:p>
        </p:txBody>
      </p:sp>
      <p:sp>
        <p:nvSpPr>
          <p:cNvPr id="16400" name="矩形 35"/>
          <p:cNvSpPr/>
          <p:nvPr/>
        </p:nvSpPr>
        <p:spPr>
          <a:xfrm>
            <a:off x="8110538" y="3487738"/>
            <a:ext cx="2241550" cy="2030412"/>
          </a:xfrm>
          <a:prstGeom prst="rect">
            <a:avLst/>
          </a:prstGeom>
          <a:noFill/>
          <a:ln w="9525">
            <a:noFill/>
          </a:ln>
        </p:spPr>
        <p:txBody>
          <a:bodyPr anchor="t" anchorCtr="0">
            <a:spAutoFit/>
          </a:bodyPr>
          <a:p>
            <a:r>
              <a:rPr lang="zh-CN" altLang="en-US" sz="1400" dirty="0">
                <a:solidFill>
                  <a:srgbClr val="FFFFFF"/>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ligulafaucibus orci luctus et ultrices posuere cubilia Curae; Donec velit neque</a:t>
            </a:r>
            <a:r>
              <a:rPr lang="en-US" altLang="zh-CN" sz="1400" dirty="0">
                <a:solidFill>
                  <a:srgbClr val="FFFFFF"/>
                </a:solidFill>
                <a:latin typeface="Calibri" panose="020F0502020204030204" pitchFamily="34" charset="0"/>
                <a:ea typeface="Microsoft YaHei Light" panose="020B0502040204020203" pitchFamily="34" charset="-122"/>
              </a:rPr>
              <a:t>.</a:t>
            </a:r>
            <a:endParaRPr lang="zh-CN" altLang="en-US" sz="1400" dirty="0">
              <a:solidFill>
                <a:srgbClr val="FFFFFF"/>
              </a:solidFill>
              <a:latin typeface="Calibri" panose="020F0502020204030204" pitchFamily="34" charset="0"/>
              <a:ea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18434" name="Freeform 76"/>
          <p:cNvSpPr/>
          <p:nvPr/>
        </p:nvSpPr>
        <p:spPr>
          <a:xfrm>
            <a:off x="5303838" y="3956050"/>
            <a:ext cx="2036762" cy="2901950"/>
          </a:xfrm>
          <a:custGeom>
            <a:avLst/>
            <a:gdLst/>
            <a:ahLst/>
            <a:cxnLst>
              <a:cxn ang="0">
                <a:pos x="2013772" y="306963"/>
              </a:cxn>
              <a:cxn ang="0">
                <a:pos x="1459274" y="651789"/>
              </a:cxn>
              <a:cxn ang="0">
                <a:pos x="1129281" y="651789"/>
              </a:cxn>
              <a:cxn ang="0">
                <a:pos x="969694" y="631505"/>
              </a:cxn>
              <a:cxn ang="0">
                <a:pos x="876376" y="635562"/>
              </a:cxn>
              <a:cxn ang="0">
                <a:pos x="870966" y="562540"/>
              </a:cxn>
              <a:cxn ang="0">
                <a:pos x="742485" y="137931"/>
              </a:cxn>
              <a:cxn ang="0">
                <a:pos x="589660" y="44625"/>
              </a:cxn>
              <a:cxn ang="0">
                <a:pos x="591013" y="62204"/>
              </a:cxn>
              <a:cxn ang="0">
                <a:pos x="595070" y="73022"/>
              </a:cxn>
              <a:cxn ang="0">
                <a:pos x="669454" y="179851"/>
              </a:cxn>
              <a:cxn ang="0">
                <a:pos x="705970" y="344826"/>
              </a:cxn>
              <a:cxn ang="0">
                <a:pos x="700560" y="657198"/>
              </a:cxn>
              <a:cxn ang="0">
                <a:pos x="645110" y="1056115"/>
              </a:cxn>
              <a:cxn ang="0">
                <a:pos x="361099" y="781606"/>
              </a:cxn>
              <a:cxn ang="0">
                <a:pos x="201512" y="283975"/>
              </a:cxn>
              <a:cxn ang="0">
                <a:pos x="182578" y="275861"/>
              </a:cxn>
              <a:cxn ang="0">
                <a:pos x="120366" y="551722"/>
              </a:cxn>
              <a:cxn ang="0">
                <a:pos x="13524" y="480052"/>
              </a:cxn>
              <a:cxn ang="0">
                <a:pos x="0" y="484109"/>
              </a:cxn>
              <a:cxn ang="0">
                <a:pos x="140653" y="672073"/>
              </a:cxn>
              <a:cxn ang="0">
                <a:pos x="147415" y="669369"/>
              </a:cxn>
              <a:cxn ang="0">
                <a:pos x="255610" y="874912"/>
              </a:cxn>
              <a:cxn ang="0">
                <a:pos x="453065" y="1102092"/>
              </a:cxn>
              <a:cxn ang="0">
                <a:pos x="569374" y="1352260"/>
              </a:cxn>
              <a:cxn ang="0">
                <a:pos x="485523" y="1672746"/>
              </a:cxn>
              <a:cxn ang="0">
                <a:pos x="443598" y="2002697"/>
              </a:cxn>
              <a:cxn ang="0">
                <a:pos x="471999" y="2673418"/>
              </a:cxn>
              <a:cxn ang="0">
                <a:pos x="530153" y="2872200"/>
              </a:cxn>
              <a:cxn ang="0">
                <a:pos x="527449" y="2874905"/>
              </a:cxn>
              <a:cxn ang="0">
                <a:pos x="526096" y="2881666"/>
              </a:cxn>
              <a:cxn ang="0">
                <a:pos x="545030" y="2888427"/>
              </a:cxn>
              <a:cxn ang="0">
                <a:pos x="612652" y="2891132"/>
              </a:cxn>
              <a:cxn ang="0">
                <a:pos x="764124" y="2900598"/>
              </a:cxn>
              <a:cxn ang="0">
                <a:pos x="945350" y="2895189"/>
              </a:cxn>
              <a:cxn ang="0">
                <a:pos x="1090060" y="2889780"/>
              </a:cxn>
              <a:cxn ang="0">
                <a:pos x="1106290" y="2888427"/>
              </a:cxn>
              <a:cxn ang="0">
                <a:pos x="1106290" y="2887075"/>
              </a:cxn>
              <a:cxn ang="0">
                <a:pos x="1106290" y="2872200"/>
              </a:cxn>
              <a:cxn ang="0">
                <a:pos x="1098175" y="2854621"/>
              </a:cxn>
              <a:cxn ang="0">
                <a:pos x="1046783" y="2777542"/>
              </a:cxn>
              <a:cxn ang="0">
                <a:pos x="930473" y="2577408"/>
              </a:cxn>
              <a:cxn ang="0">
                <a:pos x="758715" y="1920209"/>
              </a:cxn>
              <a:cxn ang="0">
                <a:pos x="818222" y="1238670"/>
              </a:cxn>
              <a:cxn ang="0">
                <a:pos x="868262" y="942525"/>
              </a:cxn>
              <a:cxn ang="0">
                <a:pos x="875024" y="939821"/>
              </a:cxn>
              <a:cxn ang="0">
                <a:pos x="1011619" y="843810"/>
              </a:cxn>
              <a:cxn ang="0">
                <a:pos x="1225304" y="801890"/>
              </a:cxn>
              <a:cxn ang="0">
                <a:pos x="1625624" y="766731"/>
              </a:cxn>
              <a:cxn ang="0">
                <a:pos x="2035411" y="313724"/>
              </a:cxn>
              <a:cxn ang="0">
                <a:pos x="2013772" y="306963"/>
              </a:cxn>
            </a:cxnLst>
            <a:pathLst>
              <a:path w="1506" h="2146">
                <a:moveTo>
                  <a:pt x="1489" y="227"/>
                </a:moveTo>
                <a:cubicBezTo>
                  <a:pt x="1405" y="383"/>
                  <a:pt x="1250" y="461"/>
                  <a:pt x="1079" y="482"/>
                </a:cubicBezTo>
                <a:cubicBezTo>
                  <a:pt x="998" y="492"/>
                  <a:pt x="916" y="490"/>
                  <a:pt x="835" y="482"/>
                </a:cubicBezTo>
                <a:cubicBezTo>
                  <a:pt x="796" y="478"/>
                  <a:pt x="757" y="471"/>
                  <a:pt x="717" y="467"/>
                </a:cubicBezTo>
                <a:cubicBezTo>
                  <a:pt x="695" y="465"/>
                  <a:pt x="671" y="465"/>
                  <a:pt x="648" y="470"/>
                </a:cubicBezTo>
                <a:cubicBezTo>
                  <a:pt x="647" y="452"/>
                  <a:pt x="645" y="434"/>
                  <a:pt x="644" y="416"/>
                </a:cubicBezTo>
                <a:cubicBezTo>
                  <a:pt x="632" y="307"/>
                  <a:pt x="608" y="195"/>
                  <a:pt x="549" y="102"/>
                </a:cubicBezTo>
                <a:cubicBezTo>
                  <a:pt x="535" y="80"/>
                  <a:pt x="464" y="0"/>
                  <a:pt x="436" y="33"/>
                </a:cubicBezTo>
                <a:cubicBezTo>
                  <a:pt x="432" y="37"/>
                  <a:pt x="433" y="43"/>
                  <a:pt x="437" y="46"/>
                </a:cubicBezTo>
                <a:cubicBezTo>
                  <a:pt x="436" y="49"/>
                  <a:pt x="437" y="52"/>
                  <a:pt x="440" y="54"/>
                </a:cubicBezTo>
                <a:cubicBezTo>
                  <a:pt x="470" y="70"/>
                  <a:pt x="484" y="103"/>
                  <a:pt x="495" y="133"/>
                </a:cubicBezTo>
                <a:cubicBezTo>
                  <a:pt x="510" y="172"/>
                  <a:pt x="518" y="212"/>
                  <a:pt x="522" y="255"/>
                </a:cubicBezTo>
                <a:cubicBezTo>
                  <a:pt x="529" y="331"/>
                  <a:pt x="521" y="409"/>
                  <a:pt x="518" y="486"/>
                </a:cubicBezTo>
                <a:cubicBezTo>
                  <a:pt x="514" y="585"/>
                  <a:pt x="499" y="683"/>
                  <a:pt x="477" y="781"/>
                </a:cubicBezTo>
                <a:cubicBezTo>
                  <a:pt x="438" y="690"/>
                  <a:pt x="338" y="640"/>
                  <a:pt x="267" y="578"/>
                </a:cubicBezTo>
                <a:cubicBezTo>
                  <a:pt x="165" y="491"/>
                  <a:pt x="102" y="341"/>
                  <a:pt x="149" y="210"/>
                </a:cubicBezTo>
                <a:cubicBezTo>
                  <a:pt x="152" y="202"/>
                  <a:pt x="139" y="196"/>
                  <a:pt x="135" y="204"/>
                </a:cubicBezTo>
                <a:cubicBezTo>
                  <a:pt x="103" y="269"/>
                  <a:pt x="82" y="336"/>
                  <a:pt x="89" y="408"/>
                </a:cubicBezTo>
                <a:cubicBezTo>
                  <a:pt x="57" y="402"/>
                  <a:pt x="26" y="385"/>
                  <a:pt x="10" y="355"/>
                </a:cubicBezTo>
                <a:cubicBezTo>
                  <a:pt x="8" y="350"/>
                  <a:pt x="0" y="352"/>
                  <a:pt x="0" y="358"/>
                </a:cubicBezTo>
                <a:cubicBezTo>
                  <a:pt x="1" y="411"/>
                  <a:pt x="42" y="496"/>
                  <a:pt x="104" y="497"/>
                </a:cubicBezTo>
                <a:cubicBezTo>
                  <a:pt x="106" y="497"/>
                  <a:pt x="108" y="497"/>
                  <a:pt x="109" y="495"/>
                </a:cubicBezTo>
                <a:cubicBezTo>
                  <a:pt x="127" y="550"/>
                  <a:pt x="156" y="600"/>
                  <a:pt x="189" y="647"/>
                </a:cubicBezTo>
                <a:cubicBezTo>
                  <a:pt x="232" y="708"/>
                  <a:pt x="286" y="758"/>
                  <a:pt x="335" y="815"/>
                </a:cubicBezTo>
                <a:cubicBezTo>
                  <a:pt x="378" y="866"/>
                  <a:pt x="424" y="931"/>
                  <a:pt x="421" y="1000"/>
                </a:cubicBezTo>
                <a:cubicBezTo>
                  <a:pt x="399" y="1079"/>
                  <a:pt x="376" y="1157"/>
                  <a:pt x="359" y="1237"/>
                </a:cubicBezTo>
                <a:cubicBezTo>
                  <a:pt x="342" y="1317"/>
                  <a:pt x="335" y="1399"/>
                  <a:pt x="328" y="1481"/>
                </a:cubicBezTo>
                <a:cubicBezTo>
                  <a:pt x="313" y="1648"/>
                  <a:pt x="319" y="1812"/>
                  <a:pt x="349" y="1977"/>
                </a:cubicBezTo>
                <a:cubicBezTo>
                  <a:pt x="358" y="2026"/>
                  <a:pt x="365" y="2081"/>
                  <a:pt x="392" y="2124"/>
                </a:cubicBezTo>
                <a:cubicBezTo>
                  <a:pt x="391" y="2125"/>
                  <a:pt x="391" y="2125"/>
                  <a:pt x="390" y="2126"/>
                </a:cubicBezTo>
                <a:cubicBezTo>
                  <a:pt x="390" y="2127"/>
                  <a:pt x="388" y="2129"/>
                  <a:pt x="389" y="2131"/>
                </a:cubicBezTo>
                <a:cubicBezTo>
                  <a:pt x="393" y="2137"/>
                  <a:pt x="396" y="2136"/>
                  <a:pt x="403" y="2136"/>
                </a:cubicBezTo>
                <a:cubicBezTo>
                  <a:pt x="420" y="2137"/>
                  <a:pt x="436" y="2137"/>
                  <a:pt x="453" y="2138"/>
                </a:cubicBezTo>
                <a:cubicBezTo>
                  <a:pt x="490" y="2141"/>
                  <a:pt x="527" y="2145"/>
                  <a:pt x="565" y="2145"/>
                </a:cubicBezTo>
                <a:cubicBezTo>
                  <a:pt x="609" y="2146"/>
                  <a:pt x="654" y="2143"/>
                  <a:pt x="699" y="2141"/>
                </a:cubicBezTo>
                <a:cubicBezTo>
                  <a:pt x="733" y="2139"/>
                  <a:pt x="771" y="2142"/>
                  <a:pt x="806" y="2137"/>
                </a:cubicBezTo>
                <a:cubicBezTo>
                  <a:pt x="809" y="2141"/>
                  <a:pt x="815" y="2141"/>
                  <a:pt x="818" y="2136"/>
                </a:cubicBezTo>
                <a:cubicBezTo>
                  <a:pt x="818" y="2136"/>
                  <a:pt x="818" y="2135"/>
                  <a:pt x="818" y="2135"/>
                </a:cubicBezTo>
                <a:cubicBezTo>
                  <a:pt x="824" y="2134"/>
                  <a:pt x="824" y="2125"/>
                  <a:pt x="818" y="2124"/>
                </a:cubicBezTo>
                <a:cubicBezTo>
                  <a:pt x="817" y="2119"/>
                  <a:pt x="814" y="2115"/>
                  <a:pt x="812" y="2111"/>
                </a:cubicBezTo>
                <a:cubicBezTo>
                  <a:pt x="801" y="2091"/>
                  <a:pt x="787" y="2073"/>
                  <a:pt x="774" y="2054"/>
                </a:cubicBezTo>
                <a:cubicBezTo>
                  <a:pt x="740" y="2008"/>
                  <a:pt x="713" y="1959"/>
                  <a:pt x="688" y="1906"/>
                </a:cubicBezTo>
                <a:cubicBezTo>
                  <a:pt x="616" y="1754"/>
                  <a:pt x="572" y="1589"/>
                  <a:pt x="561" y="1420"/>
                </a:cubicBezTo>
                <a:cubicBezTo>
                  <a:pt x="550" y="1251"/>
                  <a:pt x="574" y="1082"/>
                  <a:pt x="605" y="916"/>
                </a:cubicBezTo>
                <a:cubicBezTo>
                  <a:pt x="618" y="843"/>
                  <a:pt x="632" y="770"/>
                  <a:pt x="642" y="697"/>
                </a:cubicBezTo>
                <a:cubicBezTo>
                  <a:pt x="644" y="697"/>
                  <a:pt x="646" y="697"/>
                  <a:pt x="647" y="695"/>
                </a:cubicBezTo>
                <a:cubicBezTo>
                  <a:pt x="668" y="658"/>
                  <a:pt x="711" y="640"/>
                  <a:pt x="748" y="624"/>
                </a:cubicBezTo>
                <a:cubicBezTo>
                  <a:pt x="798" y="603"/>
                  <a:pt x="852" y="596"/>
                  <a:pt x="906" y="593"/>
                </a:cubicBezTo>
                <a:cubicBezTo>
                  <a:pt x="1005" y="587"/>
                  <a:pt x="1105" y="594"/>
                  <a:pt x="1202" y="567"/>
                </a:cubicBezTo>
                <a:cubicBezTo>
                  <a:pt x="1360" y="523"/>
                  <a:pt x="1488" y="399"/>
                  <a:pt x="1505" y="232"/>
                </a:cubicBezTo>
                <a:cubicBezTo>
                  <a:pt x="1506" y="223"/>
                  <a:pt x="1493" y="220"/>
                  <a:pt x="1489" y="227"/>
                </a:cubicBezTo>
                <a:close/>
              </a:path>
            </a:pathLst>
          </a:custGeom>
          <a:solidFill>
            <a:schemeClr val="tx2"/>
          </a:solidFill>
          <a:ln w="9525">
            <a:noFill/>
          </a:ln>
        </p:spPr>
        <p:txBody>
          <a:bodyPr/>
          <a:p>
            <a:endParaRPr lang="en-US"/>
          </a:p>
        </p:txBody>
      </p:sp>
      <p:sp>
        <p:nvSpPr>
          <p:cNvPr id="57" name="椭圆 56"/>
          <p:cNvSpPr/>
          <p:nvPr/>
        </p:nvSpPr>
        <p:spPr>
          <a:xfrm>
            <a:off x="5113338" y="2463800"/>
            <a:ext cx="1581150" cy="1581150"/>
          </a:xfrm>
          <a:prstGeom prst="ellipse">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8" name="椭圆 57"/>
          <p:cNvSpPr/>
          <p:nvPr/>
        </p:nvSpPr>
        <p:spPr>
          <a:xfrm>
            <a:off x="6550025" y="3067050"/>
            <a:ext cx="1581150" cy="1581150"/>
          </a:xfrm>
          <a:prstGeom prst="ellipse">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9" name="椭圆 58"/>
          <p:cNvSpPr/>
          <p:nvPr/>
        </p:nvSpPr>
        <p:spPr>
          <a:xfrm>
            <a:off x="4378325" y="2905125"/>
            <a:ext cx="1581150" cy="1581150"/>
          </a:xfrm>
          <a:prstGeom prst="ellipse">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0" name="椭圆 59"/>
          <p:cNvSpPr/>
          <p:nvPr/>
        </p:nvSpPr>
        <p:spPr>
          <a:xfrm>
            <a:off x="3767138" y="3784600"/>
            <a:ext cx="1581150" cy="1581150"/>
          </a:xfrm>
          <a:prstGeom prst="ellipse">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8439" name="Freeform 10"/>
          <p:cNvSpPr>
            <a:spLocks noEditPoints="1"/>
          </p:cNvSpPr>
          <p:nvPr/>
        </p:nvSpPr>
        <p:spPr>
          <a:xfrm>
            <a:off x="4022725" y="4171950"/>
            <a:ext cx="1069975" cy="806450"/>
          </a:xfrm>
          <a:custGeom>
            <a:avLst/>
            <a:gdLst/>
            <a:ahLst/>
            <a:cxnLst>
              <a:cxn ang="0">
                <a:pos x="548020" y="184379"/>
              </a:cxn>
              <a:cxn ang="0">
                <a:pos x="619609" y="24584"/>
              </a:cxn>
              <a:cxn ang="0">
                <a:pos x="488775" y="51626"/>
              </a:cxn>
              <a:cxn ang="0">
                <a:pos x="362878" y="31959"/>
              </a:cxn>
              <a:cxn ang="0">
                <a:pos x="441872" y="186838"/>
              </a:cxn>
              <a:cxn ang="0">
                <a:pos x="449278" y="759644"/>
              </a:cxn>
              <a:cxn ang="0">
                <a:pos x="548020" y="184379"/>
              </a:cxn>
              <a:cxn ang="0">
                <a:pos x="599860" y="538388"/>
              </a:cxn>
              <a:cxn ang="0">
                <a:pos x="575174" y="582639"/>
              </a:cxn>
              <a:cxn ang="0">
                <a:pos x="523335" y="602306"/>
              </a:cxn>
              <a:cxn ang="0">
                <a:pos x="523335" y="619515"/>
              </a:cxn>
              <a:cxn ang="0">
                <a:pos x="518398" y="634265"/>
              </a:cxn>
              <a:cxn ang="0">
                <a:pos x="498649" y="636724"/>
              </a:cxn>
              <a:cxn ang="0">
                <a:pos x="486306" y="619515"/>
              </a:cxn>
              <a:cxn ang="0">
                <a:pos x="486306" y="599848"/>
              </a:cxn>
              <a:cxn ang="0">
                <a:pos x="478901" y="597390"/>
              </a:cxn>
              <a:cxn ang="0">
                <a:pos x="434467" y="570347"/>
              </a:cxn>
              <a:cxn ang="0">
                <a:pos x="419655" y="548222"/>
              </a:cxn>
              <a:cxn ang="0">
                <a:pos x="417187" y="540847"/>
              </a:cxn>
              <a:cxn ang="0">
                <a:pos x="414718" y="533471"/>
              </a:cxn>
              <a:cxn ang="0">
                <a:pos x="417187" y="523638"/>
              </a:cxn>
              <a:cxn ang="0">
                <a:pos x="434467" y="513804"/>
              </a:cxn>
              <a:cxn ang="0">
                <a:pos x="451746" y="526096"/>
              </a:cxn>
              <a:cxn ang="0">
                <a:pos x="454215" y="533471"/>
              </a:cxn>
              <a:cxn ang="0">
                <a:pos x="456684" y="538388"/>
              </a:cxn>
              <a:cxn ang="0">
                <a:pos x="464089" y="548222"/>
              </a:cxn>
              <a:cxn ang="0">
                <a:pos x="486306" y="562972"/>
              </a:cxn>
              <a:cxn ang="0">
                <a:pos x="486306" y="489220"/>
              </a:cxn>
              <a:cxn ang="0">
                <a:pos x="439404" y="469553"/>
              </a:cxn>
              <a:cxn ang="0">
                <a:pos x="422124" y="449886"/>
              </a:cxn>
              <a:cxn ang="0">
                <a:pos x="417187" y="422844"/>
              </a:cxn>
              <a:cxn ang="0">
                <a:pos x="422124" y="398260"/>
              </a:cxn>
              <a:cxn ang="0">
                <a:pos x="436935" y="376134"/>
              </a:cxn>
              <a:cxn ang="0">
                <a:pos x="486306" y="354009"/>
              </a:cxn>
              <a:cxn ang="0">
                <a:pos x="486306" y="354009"/>
              </a:cxn>
              <a:cxn ang="0">
                <a:pos x="486306" y="334341"/>
              </a:cxn>
              <a:cxn ang="0">
                <a:pos x="493712" y="322050"/>
              </a:cxn>
              <a:cxn ang="0">
                <a:pos x="513460" y="317133"/>
              </a:cxn>
              <a:cxn ang="0">
                <a:pos x="523335" y="334341"/>
              </a:cxn>
              <a:cxn ang="0">
                <a:pos x="523335" y="354009"/>
              </a:cxn>
              <a:cxn ang="0">
                <a:pos x="523335" y="354009"/>
              </a:cxn>
              <a:cxn ang="0">
                <a:pos x="530740" y="356467"/>
              </a:cxn>
              <a:cxn ang="0">
                <a:pos x="580112" y="378593"/>
              </a:cxn>
              <a:cxn ang="0">
                <a:pos x="592454" y="400718"/>
              </a:cxn>
              <a:cxn ang="0">
                <a:pos x="597391" y="405635"/>
              </a:cxn>
              <a:cxn ang="0">
                <a:pos x="597391" y="413010"/>
              </a:cxn>
              <a:cxn ang="0">
                <a:pos x="597391" y="422844"/>
              </a:cxn>
              <a:cxn ang="0">
                <a:pos x="580112" y="435136"/>
              </a:cxn>
              <a:cxn ang="0">
                <a:pos x="562832" y="422844"/>
              </a:cxn>
              <a:cxn ang="0">
                <a:pos x="560363" y="415468"/>
              </a:cxn>
              <a:cxn ang="0">
                <a:pos x="557895" y="410552"/>
              </a:cxn>
              <a:cxn ang="0">
                <a:pos x="548020" y="400718"/>
              </a:cxn>
              <a:cxn ang="0">
                <a:pos x="523335" y="390885"/>
              </a:cxn>
              <a:cxn ang="0">
                <a:pos x="523335" y="459720"/>
              </a:cxn>
              <a:cxn ang="0">
                <a:pos x="555426" y="469553"/>
              </a:cxn>
              <a:cxn ang="0">
                <a:pos x="592454" y="499054"/>
              </a:cxn>
              <a:cxn ang="0">
                <a:pos x="592454" y="499054"/>
              </a:cxn>
              <a:cxn ang="0">
                <a:pos x="592454" y="499054"/>
              </a:cxn>
              <a:cxn ang="0">
                <a:pos x="599860" y="538388"/>
              </a:cxn>
            </a:cxnLst>
            <a:pathLst>
              <a:path w="434" h="328">
                <a:moveTo>
                  <a:pt x="222" y="75"/>
                </a:moveTo>
                <a:cubicBezTo>
                  <a:pt x="245" y="55"/>
                  <a:pt x="260" y="12"/>
                  <a:pt x="251" y="10"/>
                </a:cubicBezTo>
                <a:cubicBezTo>
                  <a:pt x="238" y="8"/>
                  <a:pt x="211" y="19"/>
                  <a:pt x="198" y="21"/>
                </a:cubicBezTo>
                <a:cubicBezTo>
                  <a:pt x="179" y="23"/>
                  <a:pt x="159" y="0"/>
                  <a:pt x="147" y="13"/>
                </a:cubicBezTo>
                <a:cubicBezTo>
                  <a:pt x="138" y="23"/>
                  <a:pt x="154" y="60"/>
                  <a:pt x="179" y="76"/>
                </a:cubicBezTo>
                <a:cubicBezTo>
                  <a:pt x="105" y="113"/>
                  <a:pt x="0" y="296"/>
                  <a:pt x="182" y="309"/>
                </a:cubicBezTo>
                <a:cubicBezTo>
                  <a:pt x="434" y="328"/>
                  <a:pt x="308" y="110"/>
                  <a:pt x="222" y="75"/>
                </a:cubicBezTo>
                <a:close/>
                <a:moveTo>
                  <a:pt x="243" y="219"/>
                </a:moveTo>
                <a:cubicBezTo>
                  <a:pt x="243" y="226"/>
                  <a:pt x="239" y="233"/>
                  <a:pt x="233" y="237"/>
                </a:cubicBezTo>
                <a:cubicBezTo>
                  <a:pt x="227" y="242"/>
                  <a:pt x="220" y="244"/>
                  <a:pt x="212" y="245"/>
                </a:cubicBezTo>
                <a:cubicBezTo>
                  <a:pt x="212" y="252"/>
                  <a:pt x="212" y="252"/>
                  <a:pt x="212" y="252"/>
                </a:cubicBezTo>
                <a:cubicBezTo>
                  <a:pt x="212" y="255"/>
                  <a:pt x="211" y="257"/>
                  <a:pt x="210" y="258"/>
                </a:cubicBezTo>
                <a:cubicBezTo>
                  <a:pt x="208" y="260"/>
                  <a:pt x="204" y="260"/>
                  <a:pt x="202" y="259"/>
                </a:cubicBezTo>
                <a:cubicBezTo>
                  <a:pt x="199" y="258"/>
                  <a:pt x="197" y="255"/>
                  <a:pt x="197" y="252"/>
                </a:cubicBezTo>
                <a:cubicBezTo>
                  <a:pt x="197" y="244"/>
                  <a:pt x="197" y="244"/>
                  <a:pt x="197" y="244"/>
                </a:cubicBezTo>
                <a:cubicBezTo>
                  <a:pt x="196" y="244"/>
                  <a:pt x="195" y="243"/>
                  <a:pt x="194" y="243"/>
                </a:cubicBezTo>
                <a:cubicBezTo>
                  <a:pt x="187" y="241"/>
                  <a:pt x="180" y="237"/>
                  <a:pt x="176" y="232"/>
                </a:cubicBezTo>
                <a:cubicBezTo>
                  <a:pt x="173" y="229"/>
                  <a:pt x="171" y="226"/>
                  <a:pt x="170" y="223"/>
                </a:cubicBezTo>
                <a:cubicBezTo>
                  <a:pt x="170" y="222"/>
                  <a:pt x="169" y="221"/>
                  <a:pt x="169" y="220"/>
                </a:cubicBezTo>
                <a:cubicBezTo>
                  <a:pt x="169" y="219"/>
                  <a:pt x="169" y="218"/>
                  <a:pt x="168" y="217"/>
                </a:cubicBezTo>
                <a:cubicBezTo>
                  <a:pt x="168" y="216"/>
                  <a:pt x="169" y="214"/>
                  <a:pt x="169" y="213"/>
                </a:cubicBezTo>
                <a:cubicBezTo>
                  <a:pt x="171" y="211"/>
                  <a:pt x="174" y="209"/>
                  <a:pt x="176" y="209"/>
                </a:cubicBezTo>
                <a:cubicBezTo>
                  <a:pt x="179" y="210"/>
                  <a:pt x="182" y="212"/>
                  <a:pt x="183" y="214"/>
                </a:cubicBezTo>
                <a:cubicBezTo>
                  <a:pt x="183" y="215"/>
                  <a:pt x="183" y="216"/>
                  <a:pt x="184" y="217"/>
                </a:cubicBezTo>
                <a:cubicBezTo>
                  <a:pt x="184" y="218"/>
                  <a:pt x="184" y="219"/>
                  <a:pt x="185" y="219"/>
                </a:cubicBezTo>
                <a:cubicBezTo>
                  <a:pt x="186" y="221"/>
                  <a:pt x="187" y="222"/>
                  <a:pt x="188" y="223"/>
                </a:cubicBezTo>
                <a:cubicBezTo>
                  <a:pt x="191" y="226"/>
                  <a:pt x="194" y="228"/>
                  <a:pt x="197" y="229"/>
                </a:cubicBezTo>
                <a:cubicBezTo>
                  <a:pt x="197" y="199"/>
                  <a:pt x="197" y="199"/>
                  <a:pt x="197" y="199"/>
                </a:cubicBezTo>
                <a:cubicBezTo>
                  <a:pt x="191" y="198"/>
                  <a:pt x="184" y="195"/>
                  <a:pt x="178" y="191"/>
                </a:cubicBezTo>
                <a:cubicBezTo>
                  <a:pt x="175" y="189"/>
                  <a:pt x="173" y="186"/>
                  <a:pt x="171" y="183"/>
                </a:cubicBezTo>
                <a:cubicBezTo>
                  <a:pt x="170" y="180"/>
                  <a:pt x="169" y="176"/>
                  <a:pt x="169" y="172"/>
                </a:cubicBezTo>
                <a:cubicBezTo>
                  <a:pt x="169" y="169"/>
                  <a:pt x="170" y="165"/>
                  <a:pt x="171" y="162"/>
                </a:cubicBezTo>
                <a:cubicBezTo>
                  <a:pt x="173" y="158"/>
                  <a:pt x="175" y="156"/>
                  <a:pt x="177" y="153"/>
                </a:cubicBezTo>
                <a:cubicBezTo>
                  <a:pt x="183" y="148"/>
                  <a:pt x="190" y="145"/>
                  <a:pt x="197" y="144"/>
                </a:cubicBezTo>
                <a:cubicBezTo>
                  <a:pt x="197" y="144"/>
                  <a:pt x="197" y="144"/>
                  <a:pt x="197" y="144"/>
                </a:cubicBezTo>
                <a:cubicBezTo>
                  <a:pt x="197" y="136"/>
                  <a:pt x="197" y="136"/>
                  <a:pt x="197" y="136"/>
                </a:cubicBezTo>
                <a:cubicBezTo>
                  <a:pt x="197" y="134"/>
                  <a:pt x="198" y="132"/>
                  <a:pt x="200" y="131"/>
                </a:cubicBezTo>
                <a:cubicBezTo>
                  <a:pt x="202" y="129"/>
                  <a:pt x="205" y="128"/>
                  <a:pt x="208" y="129"/>
                </a:cubicBezTo>
                <a:cubicBezTo>
                  <a:pt x="211" y="131"/>
                  <a:pt x="212" y="133"/>
                  <a:pt x="212" y="136"/>
                </a:cubicBezTo>
                <a:cubicBezTo>
                  <a:pt x="212" y="144"/>
                  <a:pt x="212" y="144"/>
                  <a:pt x="212" y="144"/>
                </a:cubicBezTo>
                <a:cubicBezTo>
                  <a:pt x="212" y="144"/>
                  <a:pt x="212" y="144"/>
                  <a:pt x="212" y="144"/>
                </a:cubicBezTo>
                <a:cubicBezTo>
                  <a:pt x="213" y="145"/>
                  <a:pt x="214" y="145"/>
                  <a:pt x="215" y="145"/>
                </a:cubicBezTo>
                <a:cubicBezTo>
                  <a:pt x="222" y="146"/>
                  <a:pt x="229" y="149"/>
                  <a:pt x="235" y="154"/>
                </a:cubicBezTo>
                <a:cubicBezTo>
                  <a:pt x="237" y="157"/>
                  <a:pt x="239" y="160"/>
                  <a:pt x="240" y="163"/>
                </a:cubicBezTo>
                <a:cubicBezTo>
                  <a:pt x="241" y="164"/>
                  <a:pt x="241" y="165"/>
                  <a:pt x="242" y="165"/>
                </a:cubicBezTo>
                <a:cubicBezTo>
                  <a:pt x="242" y="166"/>
                  <a:pt x="242" y="167"/>
                  <a:pt x="242" y="168"/>
                </a:cubicBezTo>
                <a:cubicBezTo>
                  <a:pt x="242" y="170"/>
                  <a:pt x="242" y="171"/>
                  <a:pt x="242" y="172"/>
                </a:cubicBezTo>
                <a:cubicBezTo>
                  <a:pt x="240" y="175"/>
                  <a:pt x="238" y="177"/>
                  <a:pt x="235" y="177"/>
                </a:cubicBezTo>
                <a:cubicBezTo>
                  <a:pt x="232" y="176"/>
                  <a:pt x="229" y="175"/>
                  <a:pt x="228" y="172"/>
                </a:cubicBezTo>
                <a:cubicBezTo>
                  <a:pt x="228" y="171"/>
                  <a:pt x="228" y="170"/>
                  <a:pt x="227" y="169"/>
                </a:cubicBezTo>
                <a:cubicBezTo>
                  <a:pt x="227" y="169"/>
                  <a:pt x="226" y="168"/>
                  <a:pt x="226" y="167"/>
                </a:cubicBezTo>
                <a:cubicBezTo>
                  <a:pt x="225" y="166"/>
                  <a:pt x="224" y="164"/>
                  <a:pt x="222" y="163"/>
                </a:cubicBezTo>
                <a:cubicBezTo>
                  <a:pt x="219" y="161"/>
                  <a:pt x="216" y="160"/>
                  <a:pt x="212" y="159"/>
                </a:cubicBezTo>
                <a:cubicBezTo>
                  <a:pt x="212" y="187"/>
                  <a:pt x="212" y="187"/>
                  <a:pt x="212" y="187"/>
                </a:cubicBezTo>
                <a:cubicBezTo>
                  <a:pt x="217" y="188"/>
                  <a:pt x="221" y="190"/>
                  <a:pt x="225" y="191"/>
                </a:cubicBezTo>
                <a:cubicBezTo>
                  <a:pt x="231" y="194"/>
                  <a:pt x="237" y="197"/>
                  <a:pt x="240" y="203"/>
                </a:cubicBezTo>
                <a:cubicBezTo>
                  <a:pt x="240" y="202"/>
                  <a:pt x="239" y="201"/>
                  <a:pt x="240" y="203"/>
                </a:cubicBezTo>
                <a:cubicBezTo>
                  <a:pt x="241" y="205"/>
                  <a:pt x="241" y="204"/>
                  <a:pt x="240" y="203"/>
                </a:cubicBezTo>
                <a:cubicBezTo>
                  <a:pt x="243" y="208"/>
                  <a:pt x="244" y="214"/>
                  <a:pt x="243" y="219"/>
                </a:cubicBezTo>
                <a:close/>
              </a:path>
            </a:pathLst>
          </a:custGeom>
          <a:solidFill>
            <a:schemeClr val="bg1"/>
          </a:solidFill>
          <a:ln w="9525">
            <a:noFill/>
          </a:ln>
        </p:spPr>
        <p:txBody>
          <a:bodyPr/>
          <a:p>
            <a:endParaRPr lang="en-US"/>
          </a:p>
        </p:txBody>
      </p:sp>
      <p:sp>
        <p:nvSpPr>
          <p:cNvPr id="18440" name="KSO_Shape"/>
          <p:cNvSpPr>
            <a:spLocks noChangeAspect="1"/>
          </p:cNvSpPr>
          <p:nvPr/>
        </p:nvSpPr>
        <p:spPr>
          <a:xfrm>
            <a:off x="7019925" y="3559175"/>
            <a:ext cx="639763" cy="596900"/>
          </a:xfrm>
          <a:custGeom>
            <a:avLst/>
            <a:gdLst/>
            <a:ahLst/>
            <a:cxnLst>
              <a:cxn ang="0">
                <a:pos x="536383" y="321746"/>
              </a:cxn>
              <a:cxn ang="0">
                <a:pos x="512635" y="345509"/>
              </a:cxn>
              <a:cxn ang="0">
                <a:pos x="536383" y="369271"/>
              </a:cxn>
              <a:cxn ang="0">
                <a:pos x="560132" y="345509"/>
              </a:cxn>
              <a:cxn ang="0">
                <a:pos x="536383" y="321746"/>
              </a:cxn>
              <a:cxn ang="0">
                <a:pos x="400404" y="321746"/>
              </a:cxn>
              <a:cxn ang="0">
                <a:pos x="376655" y="345509"/>
              </a:cxn>
              <a:cxn ang="0">
                <a:pos x="400404" y="369271"/>
              </a:cxn>
              <a:cxn ang="0">
                <a:pos x="424153" y="345509"/>
              </a:cxn>
              <a:cxn ang="0">
                <a:pos x="400404" y="321746"/>
              </a:cxn>
              <a:cxn ang="0">
                <a:pos x="456071" y="222121"/>
              </a:cxn>
              <a:cxn ang="0">
                <a:pos x="594878" y="278622"/>
              </a:cxn>
              <a:cxn ang="0">
                <a:pos x="581298" y="511096"/>
              </a:cxn>
              <a:cxn ang="0">
                <a:pos x="597575" y="596395"/>
              </a:cxn>
              <a:cxn ang="0">
                <a:pos x="522750" y="544269"/>
              </a:cxn>
              <a:cxn ang="0">
                <a:pos x="303304" y="470678"/>
              </a:cxn>
              <a:cxn ang="0">
                <a:pos x="366107" y="246383"/>
              </a:cxn>
              <a:cxn ang="0">
                <a:pos x="456071" y="222121"/>
              </a:cxn>
              <a:cxn ang="0">
                <a:pos x="361425" y="123609"/>
              </a:cxn>
              <a:cxn ang="0">
                <a:pos x="325802" y="159253"/>
              </a:cxn>
              <a:cxn ang="0">
                <a:pos x="361425" y="194897"/>
              </a:cxn>
              <a:cxn ang="0">
                <a:pos x="397048" y="159253"/>
              </a:cxn>
              <a:cxn ang="0">
                <a:pos x="361425" y="123609"/>
              </a:cxn>
              <a:cxn ang="0">
                <a:pos x="194244" y="123609"/>
              </a:cxn>
              <a:cxn ang="0">
                <a:pos x="158621" y="159253"/>
              </a:cxn>
              <a:cxn ang="0">
                <a:pos x="194244" y="194897"/>
              </a:cxn>
              <a:cxn ang="0">
                <a:pos x="229867" y="159253"/>
              </a:cxn>
              <a:cxn ang="0">
                <a:pos x="194244" y="123609"/>
              </a:cxn>
              <a:cxn ang="0">
                <a:pos x="269514" y="111"/>
              </a:cxn>
              <a:cxn ang="0">
                <a:pos x="364900" y="12409"/>
              </a:cxn>
              <a:cxn ang="0">
                <a:pos x="554318" y="247831"/>
              </a:cxn>
              <a:cxn ang="0">
                <a:pos x="353209" y="235976"/>
              </a:cxn>
              <a:cxn ang="0">
                <a:pos x="290406" y="460272"/>
              </a:cxn>
              <a:cxn ang="0">
                <a:pos x="315592" y="488160"/>
              </a:cxn>
              <a:cxn ang="0">
                <a:pos x="241891" y="489372"/>
              </a:cxn>
              <a:cxn ang="0">
                <a:pos x="162092" y="552863"/>
              </a:cxn>
              <a:cxn ang="0">
                <a:pos x="141322" y="459721"/>
              </a:cxn>
              <a:cxn ang="0">
                <a:pos x="35911" y="124979"/>
              </a:cxn>
              <a:cxn ang="0">
                <a:pos x="269514" y="111"/>
              </a:cxn>
            </a:cxnLst>
            <a:pathLst>
              <a:path w="969654" h="903534">
                <a:moveTo>
                  <a:pt x="813088" y="487443"/>
                </a:moveTo>
                <a:cubicBezTo>
                  <a:pt x="793206" y="487443"/>
                  <a:pt x="777088" y="503561"/>
                  <a:pt x="777088" y="523443"/>
                </a:cubicBezTo>
                <a:cubicBezTo>
                  <a:pt x="777088" y="543325"/>
                  <a:pt x="793206" y="559443"/>
                  <a:pt x="813088" y="559443"/>
                </a:cubicBezTo>
                <a:cubicBezTo>
                  <a:pt x="832970" y="559443"/>
                  <a:pt x="849088" y="543325"/>
                  <a:pt x="849088" y="523443"/>
                </a:cubicBezTo>
                <a:cubicBezTo>
                  <a:pt x="849088" y="503561"/>
                  <a:pt x="832970" y="487443"/>
                  <a:pt x="813088" y="487443"/>
                </a:cubicBezTo>
                <a:close/>
                <a:moveTo>
                  <a:pt x="606961" y="487443"/>
                </a:moveTo>
                <a:cubicBezTo>
                  <a:pt x="587079" y="487443"/>
                  <a:pt x="570961" y="503561"/>
                  <a:pt x="570961" y="523443"/>
                </a:cubicBezTo>
                <a:cubicBezTo>
                  <a:pt x="570961" y="543325"/>
                  <a:pt x="587079" y="559443"/>
                  <a:pt x="606961" y="559443"/>
                </a:cubicBezTo>
                <a:cubicBezTo>
                  <a:pt x="626843" y="559443"/>
                  <a:pt x="642961" y="543325"/>
                  <a:pt x="642961" y="523443"/>
                </a:cubicBezTo>
                <a:cubicBezTo>
                  <a:pt x="642961" y="503561"/>
                  <a:pt x="626843" y="487443"/>
                  <a:pt x="606961" y="487443"/>
                </a:cubicBezTo>
                <a:close/>
                <a:moveTo>
                  <a:pt x="691345" y="336511"/>
                </a:moveTo>
                <a:cubicBezTo>
                  <a:pt x="769490" y="335080"/>
                  <a:pt x="847112" y="364668"/>
                  <a:pt x="901758" y="422110"/>
                </a:cubicBezTo>
                <a:cubicBezTo>
                  <a:pt x="999759" y="525126"/>
                  <a:pt x="990612" y="681640"/>
                  <a:pt x="881173" y="774306"/>
                </a:cubicBezTo>
                <a:lnTo>
                  <a:pt x="905846" y="903534"/>
                </a:lnTo>
                <a:lnTo>
                  <a:pt x="792422" y="824563"/>
                </a:lnTo>
                <a:cubicBezTo>
                  <a:pt x="666952" y="867914"/>
                  <a:pt x="525982" y="820668"/>
                  <a:pt x="459770" y="713074"/>
                </a:cubicBezTo>
                <a:cubicBezTo>
                  <a:pt x="386891" y="594648"/>
                  <a:pt x="429055" y="444146"/>
                  <a:pt x="554971" y="373268"/>
                </a:cubicBezTo>
                <a:cubicBezTo>
                  <a:pt x="597384" y="349394"/>
                  <a:pt x="644458" y="337369"/>
                  <a:pt x="691345" y="336511"/>
                </a:cubicBezTo>
                <a:close/>
                <a:moveTo>
                  <a:pt x="547874" y="187267"/>
                </a:moveTo>
                <a:cubicBezTo>
                  <a:pt x="518051" y="187267"/>
                  <a:pt x="493874" y="211444"/>
                  <a:pt x="493874" y="241267"/>
                </a:cubicBezTo>
                <a:cubicBezTo>
                  <a:pt x="493874" y="271090"/>
                  <a:pt x="518051" y="295267"/>
                  <a:pt x="547874" y="295267"/>
                </a:cubicBezTo>
                <a:cubicBezTo>
                  <a:pt x="577697" y="295267"/>
                  <a:pt x="601874" y="271090"/>
                  <a:pt x="601874" y="241267"/>
                </a:cubicBezTo>
                <a:cubicBezTo>
                  <a:pt x="601874" y="211444"/>
                  <a:pt x="577697" y="187267"/>
                  <a:pt x="547874" y="187267"/>
                </a:cubicBezTo>
                <a:close/>
                <a:moveTo>
                  <a:pt x="294449" y="187267"/>
                </a:moveTo>
                <a:cubicBezTo>
                  <a:pt x="264626" y="187267"/>
                  <a:pt x="240449" y="211444"/>
                  <a:pt x="240449" y="241267"/>
                </a:cubicBezTo>
                <a:cubicBezTo>
                  <a:pt x="240449" y="271090"/>
                  <a:pt x="264626" y="295267"/>
                  <a:pt x="294449" y="295267"/>
                </a:cubicBezTo>
                <a:cubicBezTo>
                  <a:pt x="324272" y="295267"/>
                  <a:pt x="348449" y="271090"/>
                  <a:pt x="348449" y="241267"/>
                </a:cubicBezTo>
                <a:cubicBezTo>
                  <a:pt x="348449" y="211444"/>
                  <a:pt x="324272" y="187267"/>
                  <a:pt x="294449" y="187267"/>
                </a:cubicBezTo>
                <a:close/>
                <a:moveTo>
                  <a:pt x="408549" y="168"/>
                </a:moveTo>
                <a:cubicBezTo>
                  <a:pt x="456533" y="-1113"/>
                  <a:pt x="505397" y="4870"/>
                  <a:pt x="553141" y="18800"/>
                </a:cubicBezTo>
                <a:cubicBezTo>
                  <a:pt x="730896" y="70663"/>
                  <a:pt x="843952" y="217556"/>
                  <a:pt x="840274" y="375462"/>
                </a:cubicBezTo>
                <a:cubicBezTo>
                  <a:pt x="754752" y="310337"/>
                  <a:pt x="632797" y="302687"/>
                  <a:pt x="535419" y="357502"/>
                </a:cubicBezTo>
                <a:cubicBezTo>
                  <a:pt x="409503" y="428380"/>
                  <a:pt x="367339" y="578882"/>
                  <a:pt x="440218" y="697308"/>
                </a:cubicBezTo>
                <a:cubicBezTo>
                  <a:pt x="450352" y="713775"/>
                  <a:pt x="462237" y="728829"/>
                  <a:pt x="478397" y="739559"/>
                </a:cubicBezTo>
                <a:cubicBezTo>
                  <a:pt x="442192" y="745523"/>
                  <a:pt x="404623" y="745773"/>
                  <a:pt x="366675" y="741395"/>
                </a:cubicBezTo>
                <a:lnTo>
                  <a:pt x="245711" y="837584"/>
                </a:lnTo>
                <a:lnTo>
                  <a:pt x="214226" y="696474"/>
                </a:lnTo>
                <a:cubicBezTo>
                  <a:pt x="11680" y="595442"/>
                  <a:pt x="-59861" y="368389"/>
                  <a:pt x="54436" y="189343"/>
                </a:cubicBezTo>
                <a:cubicBezTo>
                  <a:pt x="128564" y="73222"/>
                  <a:pt x="264598" y="4010"/>
                  <a:pt x="408549" y="168"/>
                </a:cubicBezTo>
                <a:close/>
              </a:path>
            </a:pathLst>
          </a:custGeom>
          <a:solidFill>
            <a:schemeClr val="bg1"/>
          </a:solidFill>
          <a:ln w="9525">
            <a:noFill/>
          </a:ln>
        </p:spPr>
        <p:txBody>
          <a:bodyPr/>
          <a:p>
            <a:endParaRPr lang="en-US"/>
          </a:p>
        </p:txBody>
      </p:sp>
      <p:sp>
        <p:nvSpPr>
          <p:cNvPr id="18441" name="KSO_Shape"/>
          <p:cNvSpPr>
            <a:spLocks noChangeAspect="1"/>
          </p:cNvSpPr>
          <p:nvPr/>
        </p:nvSpPr>
        <p:spPr>
          <a:xfrm>
            <a:off x="5770563" y="2870200"/>
            <a:ext cx="557212" cy="311150"/>
          </a:xfrm>
          <a:custGeom>
            <a:avLst/>
            <a:gdLst/>
            <a:ahLst/>
            <a:cxnLst>
              <a:cxn ang="0">
                <a:pos x="222978" y="0"/>
              </a:cxn>
              <a:cxn ang="0">
                <a:pos x="264359" y="8890"/>
              </a:cxn>
              <a:cxn ang="0">
                <a:pos x="171195" y="118479"/>
              </a:cxn>
              <a:cxn ang="0">
                <a:pos x="143985" y="112975"/>
              </a:cxn>
              <a:cxn ang="0">
                <a:pos x="132038" y="115174"/>
              </a:cxn>
              <a:cxn ang="0">
                <a:pos x="98136" y="157524"/>
              </a:cxn>
              <a:cxn ang="0">
                <a:pos x="37065" y="231102"/>
              </a:cxn>
              <a:cxn ang="0">
                <a:pos x="88858" y="300705"/>
              </a:cxn>
              <a:cxn ang="0">
                <a:pos x="47184" y="236159"/>
              </a:cxn>
              <a:cxn ang="0">
                <a:pos x="108255" y="162581"/>
              </a:cxn>
              <a:cxn ang="0">
                <a:pos x="142157" y="120231"/>
              </a:cxn>
              <a:cxn ang="0">
                <a:pos x="154104" y="118032"/>
              </a:cxn>
              <a:cxn ang="0">
                <a:pos x="181314" y="123536"/>
              </a:cxn>
              <a:cxn ang="0">
                <a:pos x="327428" y="5057"/>
              </a:cxn>
              <a:cxn ang="0">
                <a:pos x="474266" y="136362"/>
              </a:cxn>
              <a:cxn ang="0">
                <a:pos x="472259" y="157099"/>
              </a:cxn>
              <a:cxn ang="0">
                <a:pos x="557408" y="236159"/>
              </a:cxn>
              <a:cxn ang="0">
                <a:pos x="490516" y="311374"/>
              </a:cxn>
              <a:cxn ang="0">
                <a:pos x="490085" y="311492"/>
              </a:cxn>
              <a:cxn ang="0">
                <a:pos x="114559" y="311492"/>
              </a:cxn>
              <a:cxn ang="0">
                <a:pos x="91241" y="311492"/>
              </a:cxn>
              <a:cxn ang="0">
                <a:pos x="86472" y="310952"/>
              </a:cxn>
              <a:cxn ang="0">
                <a:pos x="81067" y="311492"/>
              </a:cxn>
              <a:cxn ang="0">
                <a:pos x="0" y="231102"/>
              </a:cxn>
              <a:cxn ang="0">
                <a:pos x="48591" y="157524"/>
              </a:cxn>
              <a:cxn ang="0">
                <a:pos x="75566" y="115174"/>
              </a:cxn>
              <a:cxn ang="0">
                <a:pos x="85071" y="112975"/>
              </a:cxn>
              <a:cxn ang="0">
                <a:pos x="106721" y="118479"/>
              </a:cxn>
              <a:cxn ang="0">
                <a:pos x="222978" y="0"/>
              </a:cxn>
            </a:cxnLst>
            <a:pathLst>
              <a:path w="2263730" h="1265688">
                <a:moveTo>
                  <a:pt x="905551" y="0"/>
                </a:moveTo>
                <a:cubicBezTo>
                  <a:pt x="964955" y="0"/>
                  <a:pt x="1021809" y="12275"/>
                  <a:pt x="1073606" y="36122"/>
                </a:cubicBezTo>
                <a:cubicBezTo>
                  <a:pt x="867772" y="107015"/>
                  <a:pt x="717264" y="277397"/>
                  <a:pt x="695253" y="481416"/>
                </a:cubicBezTo>
                <a:cubicBezTo>
                  <a:pt x="659529" y="464587"/>
                  <a:pt x="621677" y="456871"/>
                  <a:pt x="584749" y="459054"/>
                </a:cubicBezTo>
                <a:cubicBezTo>
                  <a:pt x="568316" y="460025"/>
                  <a:pt x="552067" y="462956"/>
                  <a:pt x="536229" y="467989"/>
                </a:cubicBezTo>
                <a:cubicBezTo>
                  <a:pt x="461080" y="491867"/>
                  <a:pt x="412084" y="557684"/>
                  <a:pt x="398547" y="640069"/>
                </a:cubicBezTo>
                <a:cubicBezTo>
                  <a:pt x="252469" y="690186"/>
                  <a:pt x="150529" y="805213"/>
                  <a:pt x="150529" y="939037"/>
                </a:cubicBezTo>
                <a:cubicBezTo>
                  <a:pt x="150529" y="1060859"/>
                  <a:pt x="235005" y="1167106"/>
                  <a:pt x="360867" y="1221858"/>
                </a:cubicBezTo>
                <a:cubicBezTo>
                  <a:pt x="258008" y="1163330"/>
                  <a:pt x="191624" y="1067577"/>
                  <a:pt x="191624" y="959585"/>
                </a:cubicBezTo>
                <a:cubicBezTo>
                  <a:pt x="191624" y="825761"/>
                  <a:pt x="293564" y="710734"/>
                  <a:pt x="439642" y="660617"/>
                </a:cubicBezTo>
                <a:cubicBezTo>
                  <a:pt x="453179" y="578232"/>
                  <a:pt x="502175" y="512415"/>
                  <a:pt x="577324" y="488537"/>
                </a:cubicBezTo>
                <a:cubicBezTo>
                  <a:pt x="593162" y="483504"/>
                  <a:pt x="609411" y="480573"/>
                  <a:pt x="625844" y="479602"/>
                </a:cubicBezTo>
                <a:cubicBezTo>
                  <a:pt x="662772" y="477419"/>
                  <a:pt x="700624" y="485135"/>
                  <a:pt x="736348" y="501964"/>
                </a:cubicBezTo>
                <a:cubicBezTo>
                  <a:pt x="765500" y="231754"/>
                  <a:pt x="1020053" y="20548"/>
                  <a:pt x="1329741" y="20548"/>
                </a:cubicBezTo>
                <a:cubicBezTo>
                  <a:pt x="1659087" y="20548"/>
                  <a:pt x="1926075" y="259418"/>
                  <a:pt x="1926075" y="554079"/>
                </a:cubicBezTo>
                <a:cubicBezTo>
                  <a:pt x="1926075" y="582788"/>
                  <a:pt x="1923540" y="610967"/>
                  <a:pt x="1917927" y="638343"/>
                </a:cubicBezTo>
                <a:cubicBezTo>
                  <a:pt x="2114194" y="662993"/>
                  <a:pt x="2263730" y="797503"/>
                  <a:pt x="2263730" y="959585"/>
                </a:cubicBezTo>
                <a:cubicBezTo>
                  <a:pt x="2263730" y="1100449"/>
                  <a:pt x="2150783" y="1220487"/>
                  <a:pt x="1992071" y="1265207"/>
                </a:cubicBezTo>
                <a:lnTo>
                  <a:pt x="1990321" y="1265688"/>
                </a:lnTo>
                <a:lnTo>
                  <a:pt x="465245" y="1265688"/>
                </a:lnTo>
                <a:lnTo>
                  <a:pt x="370547" y="1265688"/>
                </a:lnTo>
                <a:lnTo>
                  <a:pt x="351179" y="1263493"/>
                </a:lnTo>
                <a:cubicBezTo>
                  <a:pt x="343976" y="1265446"/>
                  <a:pt x="336631" y="1265688"/>
                  <a:pt x="329229" y="1265688"/>
                </a:cubicBezTo>
                <a:cubicBezTo>
                  <a:pt x="147401" y="1265688"/>
                  <a:pt x="0" y="1119441"/>
                  <a:pt x="0" y="939037"/>
                </a:cubicBezTo>
                <a:cubicBezTo>
                  <a:pt x="0" y="805213"/>
                  <a:pt x="81109" y="690186"/>
                  <a:pt x="197338" y="640069"/>
                </a:cubicBezTo>
                <a:cubicBezTo>
                  <a:pt x="208108" y="557684"/>
                  <a:pt x="247093" y="491867"/>
                  <a:pt x="306885" y="467989"/>
                </a:cubicBezTo>
                <a:cubicBezTo>
                  <a:pt x="319486" y="462956"/>
                  <a:pt x="332415" y="460025"/>
                  <a:pt x="345490" y="459054"/>
                </a:cubicBezTo>
                <a:cubicBezTo>
                  <a:pt x="374873" y="456871"/>
                  <a:pt x="404990" y="464587"/>
                  <a:pt x="433414" y="481416"/>
                </a:cubicBezTo>
                <a:cubicBezTo>
                  <a:pt x="456609" y="211206"/>
                  <a:pt x="659145" y="0"/>
                  <a:pt x="905551" y="0"/>
                </a:cubicBezTo>
                <a:close/>
              </a:path>
            </a:pathLst>
          </a:custGeom>
          <a:solidFill>
            <a:schemeClr val="bg1"/>
          </a:solidFill>
          <a:ln w="9525">
            <a:noFill/>
          </a:ln>
        </p:spPr>
        <p:txBody>
          <a:bodyPr/>
          <a:p>
            <a:endParaRPr lang="en-US"/>
          </a:p>
        </p:txBody>
      </p:sp>
      <p:sp>
        <p:nvSpPr>
          <p:cNvPr id="18442" name="Freeform 14"/>
          <p:cNvSpPr>
            <a:spLocks noChangeAspect="1" noEditPoints="1"/>
          </p:cNvSpPr>
          <p:nvPr/>
        </p:nvSpPr>
        <p:spPr>
          <a:xfrm>
            <a:off x="4940300" y="3262313"/>
            <a:ext cx="454025" cy="661987"/>
          </a:xfrm>
          <a:custGeom>
            <a:avLst/>
            <a:gdLst/>
            <a:ahLst/>
            <a:cxnLst>
              <a:cxn ang="0">
                <a:pos x="283593" y="9691"/>
              </a:cxn>
              <a:cxn ang="0">
                <a:pos x="441502" y="171207"/>
              </a:cxn>
              <a:cxn ang="0">
                <a:pos x="393163" y="377947"/>
              </a:cxn>
              <a:cxn ang="0">
                <a:pos x="373827" y="452244"/>
              </a:cxn>
              <a:cxn ang="0">
                <a:pos x="370604" y="516850"/>
              </a:cxn>
              <a:cxn ang="0">
                <a:pos x="341600" y="600838"/>
              </a:cxn>
              <a:cxn ang="0">
                <a:pos x="264257" y="658984"/>
              </a:cxn>
              <a:cxn ang="0">
                <a:pos x="119238" y="610529"/>
              </a:cxn>
              <a:cxn ang="0">
                <a:pos x="80566" y="526541"/>
              </a:cxn>
              <a:cxn ang="0">
                <a:pos x="80566" y="471626"/>
              </a:cxn>
              <a:cxn ang="0">
                <a:pos x="74121" y="429632"/>
              </a:cxn>
              <a:cxn ang="0">
                <a:pos x="19336" y="303649"/>
              </a:cxn>
              <a:cxn ang="0">
                <a:pos x="138574" y="19382"/>
              </a:cxn>
              <a:cxn ang="0">
                <a:pos x="212695" y="0"/>
              </a:cxn>
              <a:cxn ang="0">
                <a:pos x="225585" y="455474"/>
              </a:cxn>
              <a:cxn ang="0">
                <a:pos x="335155" y="436092"/>
              </a:cxn>
              <a:cxn ang="0">
                <a:pos x="380272" y="313340"/>
              </a:cxn>
              <a:cxn ang="0">
                <a:pos x="338378" y="83988"/>
              </a:cxn>
              <a:cxn ang="0">
                <a:pos x="48340" y="258425"/>
              </a:cxn>
              <a:cxn ang="0">
                <a:pos x="116015" y="439322"/>
              </a:cxn>
              <a:cxn ang="0">
                <a:pos x="225585" y="455474"/>
              </a:cxn>
              <a:cxn ang="0">
                <a:pos x="138574" y="474856"/>
              </a:cxn>
              <a:cxn ang="0">
                <a:pos x="138574" y="510389"/>
              </a:cxn>
              <a:cxn ang="0">
                <a:pos x="312597" y="510389"/>
              </a:cxn>
              <a:cxn ang="0">
                <a:pos x="312597" y="474856"/>
              </a:cxn>
              <a:cxn ang="0">
                <a:pos x="225585" y="529771"/>
              </a:cxn>
              <a:cxn ang="0">
                <a:pos x="119238" y="539462"/>
              </a:cxn>
              <a:cxn ang="0">
                <a:pos x="261034" y="565305"/>
              </a:cxn>
              <a:cxn ang="0">
                <a:pos x="331932" y="552383"/>
              </a:cxn>
              <a:cxn ang="0">
                <a:pos x="225585" y="529771"/>
              </a:cxn>
              <a:cxn ang="0">
                <a:pos x="186913" y="616990"/>
              </a:cxn>
              <a:cxn ang="0">
                <a:pos x="296483" y="584687"/>
              </a:cxn>
            </a:cxnLst>
            <a:pathLst>
              <a:path w="141" h="205">
                <a:moveTo>
                  <a:pt x="74" y="0"/>
                </a:moveTo>
                <a:cubicBezTo>
                  <a:pt x="78" y="1"/>
                  <a:pt x="83" y="1"/>
                  <a:pt x="88" y="3"/>
                </a:cubicBezTo>
                <a:cubicBezTo>
                  <a:pt x="100" y="6"/>
                  <a:pt x="110" y="12"/>
                  <a:pt x="119" y="21"/>
                </a:cubicBezTo>
                <a:cubicBezTo>
                  <a:pt x="128" y="30"/>
                  <a:pt x="134" y="40"/>
                  <a:pt x="137" y="53"/>
                </a:cubicBezTo>
                <a:cubicBezTo>
                  <a:pt x="141" y="70"/>
                  <a:pt x="139" y="86"/>
                  <a:pt x="130" y="102"/>
                </a:cubicBezTo>
                <a:cubicBezTo>
                  <a:pt x="128" y="107"/>
                  <a:pt x="125" y="112"/>
                  <a:pt x="122" y="117"/>
                </a:cubicBezTo>
                <a:cubicBezTo>
                  <a:pt x="119" y="123"/>
                  <a:pt x="117" y="130"/>
                  <a:pt x="117" y="138"/>
                </a:cubicBezTo>
                <a:cubicBezTo>
                  <a:pt x="117" y="139"/>
                  <a:pt x="116" y="139"/>
                  <a:pt x="116" y="140"/>
                </a:cubicBezTo>
                <a:cubicBezTo>
                  <a:pt x="116" y="142"/>
                  <a:pt x="115" y="147"/>
                  <a:pt x="116" y="149"/>
                </a:cubicBezTo>
                <a:cubicBezTo>
                  <a:pt x="117" y="153"/>
                  <a:pt x="116" y="156"/>
                  <a:pt x="115" y="160"/>
                </a:cubicBezTo>
                <a:cubicBezTo>
                  <a:pt x="115" y="160"/>
                  <a:pt x="114" y="161"/>
                  <a:pt x="115" y="162"/>
                </a:cubicBezTo>
                <a:cubicBezTo>
                  <a:pt x="118" y="171"/>
                  <a:pt x="115" y="181"/>
                  <a:pt x="106" y="186"/>
                </a:cubicBezTo>
                <a:cubicBezTo>
                  <a:pt x="105" y="186"/>
                  <a:pt x="104" y="187"/>
                  <a:pt x="104" y="188"/>
                </a:cubicBezTo>
                <a:cubicBezTo>
                  <a:pt x="100" y="198"/>
                  <a:pt x="93" y="204"/>
                  <a:pt x="82" y="204"/>
                </a:cubicBezTo>
                <a:cubicBezTo>
                  <a:pt x="74" y="205"/>
                  <a:pt x="65" y="205"/>
                  <a:pt x="56" y="204"/>
                </a:cubicBezTo>
                <a:cubicBezTo>
                  <a:pt x="46" y="203"/>
                  <a:pt x="40" y="198"/>
                  <a:pt x="37" y="189"/>
                </a:cubicBezTo>
                <a:cubicBezTo>
                  <a:pt x="36" y="187"/>
                  <a:pt x="35" y="186"/>
                  <a:pt x="33" y="185"/>
                </a:cubicBezTo>
                <a:cubicBezTo>
                  <a:pt x="25" y="181"/>
                  <a:pt x="22" y="171"/>
                  <a:pt x="25" y="163"/>
                </a:cubicBezTo>
                <a:cubicBezTo>
                  <a:pt x="25" y="161"/>
                  <a:pt x="26" y="161"/>
                  <a:pt x="25" y="159"/>
                </a:cubicBezTo>
                <a:cubicBezTo>
                  <a:pt x="23" y="155"/>
                  <a:pt x="23" y="151"/>
                  <a:pt x="25" y="146"/>
                </a:cubicBezTo>
                <a:cubicBezTo>
                  <a:pt x="25" y="145"/>
                  <a:pt x="25" y="144"/>
                  <a:pt x="25" y="143"/>
                </a:cubicBezTo>
                <a:cubicBezTo>
                  <a:pt x="24" y="140"/>
                  <a:pt x="23" y="137"/>
                  <a:pt x="23" y="133"/>
                </a:cubicBezTo>
                <a:cubicBezTo>
                  <a:pt x="22" y="126"/>
                  <a:pt x="19" y="119"/>
                  <a:pt x="15" y="113"/>
                </a:cubicBezTo>
                <a:cubicBezTo>
                  <a:pt x="12" y="107"/>
                  <a:pt x="9" y="101"/>
                  <a:pt x="6" y="94"/>
                </a:cubicBezTo>
                <a:cubicBezTo>
                  <a:pt x="1" y="83"/>
                  <a:pt x="0" y="70"/>
                  <a:pt x="2" y="58"/>
                </a:cubicBezTo>
                <a:cubicBezTo>
                  <a:pt x="7" y="33"/>
                  <a:pt x="21" y="16"/>
                  <a:pt x="43" y="6"/>
                </a:cubicBezTo>
                <a:cubicBezTo>
                  <a:pt x="50" y="3"/>
                  <a:pt x="57" y="1"/>
                  <a:pt x="64" y="0"/>
                </a:cubicBezTo>
                <a:cubicBezTo>
                  <a:pt x="65" y="0"/>
                  <a:pt x="65" y="0"/>
                  <a:pt x="66" y="0"/>
                </a:cubicBezTo>
                <a:cubicBezTo>
                  <a:pt x="69" y="0"/>
                  <a:pt x="71" y="0"/>
                  <a:pt x="74" y="0"/>
                </a:cubicBezTo>
                <a:close/>
                <a:moveTo>
                  <a:pt x="70" y="141"/>
                </a:moveTo>
                <a:cubicBezTo>
                  <a:pt x="79" y="141"/>
                  <a:pt x="88" y="141"/>
                  <a:pt x="97" y="141"/>
                </a:cubicBezTo>
                <a:cubicBezTo>
                  <a:pt x="102" y="141"/>
                  <a:pt x="103" y="140"/>
                  <a:pt x="104" y="135"/>
                </a:cubicBezTo>
                <a:cubicBezTo>
                  <a:pt x="105" y="129"/>
                  <a:pt x="106" y="123"/>
                  <a:pt x="108" y="118"/>
                </a:cubicBezTo>
                <a:cubicBezTo>
                  <a:pt x="111" y="110"/>
                  <a:pt x="115" y="104"/>
                  <a:pt x="118" y="97"/>
                </a:cubicBezTo>
                <a:cubicBezTo>
                  <a:pt x="122" y="90"/>
                  <a:pt x="125" y="82"/>
                  <a:pt x="126" y="74"/>
                </a:cubicBezTo>
                <a:cubicBezTo>
                  <a:pt x="127" y="55"/>
                  <a:pt x="120" y="38"/>
                  <a:pt x="105" y="26"/>
                </a:cubicBezTo>
                <a:cubicBezTo>
                  <a:pt x="86" y="10"/>
                  <a:pt x="61" y="9"/>
                  <a:pt x="40" y="21"/>
                </a:cubicBezTo>
                <a:cubicBezTo>
                  <a:pt x="21" y="34"/>
                  <a:pt x="11" y="56"/>
                  <a:pt x="15" y="80"/>
                </a:cubicBezTo>
                <a:cubicBezTo>
                  <a:pt x="16" y="88"/>
                  <a:pt x="20" y="95"/>
                  <a:pt x="24" y="102"/>
                </a:cubicBezTo>
                <a:cubicBezTo>
                  <a:pt x="30" y="113"/>
                  <a:pt x="35" y="124"/>
                  <a:pt x="36" y="136"/>
                </a:cubicBezTo>
                <a:cubicBezTo>
                  <a:pt x="36" y="140"/>
                  <a:pt x="38" y="141"/>
                  <a:pt x="42" y="141"/>
                </a:cubicBezTo>
                <a:cubicBezTo>
                  <a:pt x="52" y="141"/>
                  <a:pt x="61" y="141"/>
                  <a:pt x="70" y="141"/>
                </a:cubicBezTo>
                <a:close/>
                <a:moveTo>
                  <a:pt x="70" y="147"/>
                </a:moveTo>
                <a:cubicBezTo>
                  <a:pt x="61" y="147"/>
                  <a:pt x="52" y="147"/>
                  <a:pt x="43" y="147"/>
                </a:cubicBezTo>
                <a:cubicBezTo>
                  <a:pt x="40" y="147"/>
                  <a:pt x="38" y="148"/>
                  <a:pt x="37" y="150"/>
                </a:cubicBezTo>
                <a:cubicBezTo>
                  <a:pt x="35" y="154"/>
                  <a:pt x="38" y="158"/>
                  <a:pt x="43" y="158"/>
                </a:cubicBezTo>
                <a:cubicBezTo>
                  <a:pt x="55" y="158"/>
                  <a:pt x="68" y="158"/>
                  <a:pt x="81" y="158"/>
                </a:cubicBezTo>
                <a:cubicBezTo>
                  <a:pt x="86" y="158"/>
                  <a:pt x="92" y="158"/>
                  <a:pt x="97" y="158"/>
                </a:cubicBezTo>
                <a:cubicBezTo>
                  <a:pt x="100" y="158"/>
                  <a:pt x="102" y="157"/>
                  <a:pt x="103" y="155"/>
                </a:cubicBezTo>
                <a:cubicBezTo>
                  <a:pt x="105" y="151"/>
                  <a:pt x="102" y="147"/>
                  <a:pt x="97" y="147"/>
                </a:cubicBezTo>
                <a:cubicBezTo>
                  <a:pt x="88" y="147"/>
                  <a:pt x="79" y="147"/>
                  <a:pt x="70" y="147"/>
                </a:cubicBezTo>
                <a:close/>
                <a:moveTo>
                  <a:pt x="70" y="164"/>
                </a:moveTo>
                <a:cubicBezTo>
                  <a:pt x="61" y="164"/>
                  <a:pt x="52" y="164"/>
                  <a:pt x="43" y="164"/>
                </a:cubicBezTo>
                <a:cubicBezTo>
                  <a:pt x="40" y="164"/>
                  <a:pt x="38" y="165"/>
                  <a:pt x="37" y="167"/>
                </a:cubicBezTo>
                <a:cubicBezTo>
                  <a:pt x="35" y="171"/>
                  <a:pt x="38" y="175"/>
                  <a:pt x="43" y="175"/>
                </a:cubicBezTo>
                <a:cubicBezTo>
                  <a:pt x="55" y="175"/>
                  <a:pt x="68" y="175"/>
                  <a:pt x="81" y="175"/>
                </a:cubicBezTo>
                <a:cubicBezTo>
                  <a:pt x="86" y="175"/>
                  <a:pt x="92" y="175"/>
                  <a:pt x="97" y="175"/>
                </a:cubicBezTo>
                <a:cubicBezTo>
                  <a:pt x="100" y="175"/>
                  <a:pt x="102" y="174"/>
                  <a:pt x="103" y="171"/>
                </a:cubicBezTo>
                <a:cubicBezTo>
                  <a:pt x="105" y="168"/>
                  <a:pt x="102" y="164"/>
                  <a:pt x="97" y="164"/>
                </a:cubicBezTo>
                <a:cubicBezTo>
                  <a:pt x="88" y="164"/>
                  <a:pt x="79" y="164"/>
                  <a:pt x="70" y="164"/>
                </a:cubicBezTo>
                <a:close/>
                <a:moveTo>
                  <a:pt x="48" y="181"/>
                </a:moveTo>
                <a:cubicBezTo>
                  <a:pt x="48" y="186"/>
                  <a:pt x="52" y="191"/>
                  <a:pt x="58" y="191"/>
                </a:cubicBezTo>
                <a:cubicBezTo>
                  <a:pt x="66" y="192"/>
                  <a:pt x="74" y="192"/>
                  <a:pt x="82" y="191"/>
                </a:cubicBezTo>
                <a:cubicBezTo>
                  <a:pt x="88" y="191"/>
                  <a:pt x="92" y="186"/>
                  <a:pt x="92" y="181"/>
                </a:cubicBezTo>
                <a:cubicBezTo>
                  <a:pt x="77" y="181"/>
                  <a:pt x="63" y="181"/>
                  <a:pt x="48" y="181"/>
                </a:cubicBezTo>
                <a:close/>
              </a:path>
            </a:pathLst>
          </a:custGeom>
          <a:solidFill>
            <a:srgbClr val="FFFFFF"/>
          </a:solidFill>
          <a:ln w="9525">
            <a:noFill/>
          </a:ln>
        </p:spPr>
        <p:txBody>
          <a:bodyPr/>
          <a:p>
            <a:endParaRPr lang="en-US"/>
          </a:p>
        </p:txBody>
      </p:sp>
      <p:sp>
        <p:nvSpPr>
          <p:cNvPr id="18443" name="矩形 64"/>
          <p:cNvSpPr/>
          <p:nvPr/>
        </p:nvSpPr>
        <p:spPr>
          <a:xfrm>
            <a:off x="1392238" y="2849563"/>
            <a:ext cx="2900362" cy="738187"/>
          </a:xfrm>
          <a:prstGeom prst="rect">
            <a:avLst/>
          </a:prstGeom>
          <a:noFill/>
          <a:ln w="9525">
            <a:noFill/>
          </a:ln>
        </p:spPr>
        <p:txBody>
          <a:bodyPr anchor="t" anchorCtr="0">
            <a:spAutoFit/>
          </a:bodyPr>
          <a:p>
            <a:pPr algn="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8444" name="矩形 28"/>
          <p:cNvSpPr/>
          <p:nvPr/>
        </p:nvSpPr>
        <p:spPr>
          <a:xfrm>
            <a:off x="2693988" y="2541588"/>
            <a:ext cx="1598612" cy="339725"/>
          </a:xfrm>
          <a:prstGeom prst="rect">
            <a:avLst/>
          </a:prstGeom>
          <a:noFill/>
          <a:ln w="9525">
            <a:noFill/>
          </a:ln>
        </p:spPr>
        <p:txBody>
          <a:bodyPr anchor="t" anchorCtr="0">
            <a:spAutoFit/>
          </a:bodyPr>
          <a:p>
            <a:pPr algn="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8445" name="矩形 66"/>
          <p:cNvSpPr/>
          <p:nvPr/>
        </p:nvSpPr>
        <p:spPr>
          <a:xfrm>
            <a:off x="925513" y="5386388"/>
            <a:ext cx="2900362" cy="738187"/>
          </a:xfrm>
          <a:prstGeom prst="rect">
            <a:avLst/>
          </a:prstGeom>
          <a:noFill/>
          <a:ln w="9525">
            <a:noFill/>
          </a:ln>
        </p:spPr>
        <p:txBody>
          <a:bodyPr anchor="t" anchorCtr="0">
            <a:spAutoFit/>
          </a:bodyPr>
          <a:p>
            <a:pPr algn="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8446" name="矩形 28"/>
          <p:cNvSpPr/>
          <p:nvPr/>
        </p:nvSpPr>
        <p:spPr>
          <a:xfrm>
            <a:off x="2227263" y="5078413"/>
            <a:ext cx="1598612" cy="338137"/>
          </a:xfrm>
          <a:prstGeom prst="rect">
            <a:avLst/>
          </a:prstGeom>
          <a:noFill/>
          <a:ln w="9525">
            <a:noFill/>
          </a:ln>
        </p:spPr>
        <p:txBody>
          <a:bodyPr anchor="t" anchorCtr="0">
            <a:spAutoFit/>
          </a:bodyPr>
          <a:p>
            <a:pPr algn="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8447" name="矩形 68"/>
          <p:cNvSpPr/>
          <p:nvPr/>
        </p:nvSpPr>
        <p:spPr>
          <a:xfrm>
            <a:off x="7394575" y="4932363"/>
            <a:ext cx="2900363" cy="7397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8448" name="矩形 28"/>
          <p:cNvSpPr/>
          <p:nvPr/>
        </p:nvSpPr>
        <p:spPr>
          <a:xfrm>
            <a:off x="7394575" y="4625975"/>
            <a:ext cx="1600200" cy="338138"/>
          </a:xfrm>
          <a:prstGeom prst="rect">
            <a:avLst/>
          </a:prstGeom>
          <a:noFill/>
          <a:ln w="9525">
            <a:noFill/>
          </a:ln>
        </p:spPr>
        <p:txBody>
          <a:bodyPr anchor="t" anchorCtr="0">
            <a:spAutoFit/>
          </a:bodyPr>
          <a:p>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8449" name="矩形 70"/>
          <p:cNvSpPr/>
          <p:nvPr/>
        </p:nvSpPr>
        <p:spPr>
          <a:xfrm>
            <a:off x="6694488" y="2130425"/>
            <a:ext cx="2900362" cy="7397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8450" name="矩形 28"/>
          <p:cNvSpPr/>
          <p:nvPr/>
        </p:nvSpPr>
        <p:spPr>
          <a:xfrm>
            <a:off x="6694488" y="1824038"/>
            <a:ext cx="1598612" cy="338137"/>
          </a:xfrm>
          <a:prstGeom prst="rect">
            <a:avLst/>
          </a:prstGeom>
          <a:noFill/>
          <a:ln w="9525">
            <a:noFill/>
          </a:ln>
        </p:spPr>
        <p:txBody>
          <a:bodyPr anchor="t" anchorCtr="0">
            <a:spAutoFit/>
          </a:bodyPr>
          <a:p>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3" name="椭圆 2"/>
          <p:cNvSpPr/>
          <p:nvPr/>
        </p:nvSpPr>
        <p:spPr>
          <a:xfrm>
            <a:off x="1258888" y="2532063"/>
            <a:ext cx="1793875" cy="1793875"/>
          </a:xfrm>
          <a:prstGeom prst="ellipse">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nvGrpSpPr>
          <p:cNvPr id="5" name="组合 4"/>
          <p:cNvGrpSpPr>
            <a:grpSpLocks noChangeAspect="1"/>
          </p:cNvGrpSpPr>
          <p:nvPr/>
        </p:nvGrpSpPr>
        <p:grpSpPr>
          <a:xfrm>
            <a:off x="1655536" y="2929233"/>
            <a:ext cx="999542" cy="999533"/>
            <a:chOff x="5578476" y="3629026"/>
            <a:chExt cx="271463" cy="271462"/>
          </a:xfrm>
          <a:solidFill>
            <a:schemeClr val="bg1"/>
          </a:solidFill>
        </p:grpSpPr>
        <p:sp>
          <p:nvSpPr>
            <p:cNvPr id="6" name="Freeform 15"/>
            <p:cNvSpPr>
              <a:spLocks noEditPoints="1"/>
            </p:cNvSpPr>
            <p:nvPr/>
          </p:nvSpPr>
          <p:spPr bwMode="auto">
            <a:xfrm>
              <a:off x="5578476" y="3629026"/>
              <a:ext cx="271463" cy="195263"/>
            </a:xfrm>
            <a:custGeom>
              <a:avLst/>
              <a:gdLst>
                <a:gd name="T0" fmla="*/ 177 w 186"/>
                <a:gd name="T1" fmla="*/ 0 h 134"/>
                <a:gd name="T2" fmla="*/ 185 w 186"/>
                <a:gd name="T3" fmla="*/ 6 h 134"/>
                <a:gd name="T4" fmla="*/ 186 w 186"/>
                <a:gd name="T5" fmla="*/ 12 h 134"/>
                <a:gd name="T6" fmla="*/ 186 w 186"/>
                <a:gd name="T7" fmla="*/ 122 h 134"/>
                <a:gd name="T8" fmla="*/ 174 w 186"/>
                <a:gd name="T9" fmla="*/ 134 h 134"/>
                <a:gd name="T10" fmla="*/ 13 w 186"/>
                <a:gd name="T11" fmla="*/ 134 h 134"/>
                <a:gd name="T12" fmla="*/ 1 w 186"/>
                <a:gd name="T13" fmla="*/ 125 h 134"/>
                <a:gd name="T14" fmla="*/ 0 w 186"/>
                <a:gd name="T15" fmla="*/ 125 h 134"/>
                <a:gd name="T16" fmla="*/ 0 w 186"/>
                <a:gd name="T17" fmla="*/ 9 h 134"/>
                <a:gd name="T18" fmla="*/ 1 w 186"/>
                <a:gd name="T19" fmla="*/ 7 h 134"/>
                <a:gd name="T20" fmla="*/ 9 w 186"/>
                <a:gd name="T21" fmla="*/ 0 h 134"/>
                <a:gd name="T22" fmla="*/ 177 w 186"/>
                <a:gd name="T23" fmla="*/ 0 h 134"/>
                <a:gd name="T24" fmla="*/ 174 w 186"/>
                <a:gd name="T25" fmla="*/ 122 h 134"/>
                <a:gd name="T26" fmla="*/ 174 w 186"/>
                <a:gd name="T27" fmla="*/ 12 h 134"/>
                <a:gd name="T28" fmla="*/ 12 w 186"/>
                <a:gd name="T29" fmla="*/ 12 h 134"/>
                <a:gd name="T30" fmla="*/ 12 w 186"/>
                <a:gd name="T31" fmla="*/ 122 h 134"/>
                <a:gd name="T32" fmla="*/ 174 w 186"/>
                <a:gd name="T33" fmla="*/ 12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6" h="134">
                  <a:moveTo>
                    <a:pt x="177" y="0"/>
                  </a:moveTo>
                  <a:cubicBezTo>
                    <a:pt x="180" y="1"/>
                    <a:pt x="183" y="3"/>
                    <a:pt x="185" y="6"/>
                  </a:cubicBezTo>
                  <a:cubicBezTo>
                    <a:pt x="185" y="8"/>
                    <a:pt x="186" y="10"/>
                    <a:pt x="186" y="12"/>
                  </a:cubicBezTo>
                  <a:cubicBezTo>
                    <a:pt x="186" y="49"/>
                    <a:pt x="186" y="86"/>
                    <a:pt x="186" y="122"/>
                  </a:cubicBezTo>
                  <a:cubicBezTo>
                    <a:pt x="186" y="129"/>
                    <a:pt x="181" y="134"/>
                    <a:pt x="174" y="134"/>
                  </a:cubicBezTo>
                  <a:cubicBezTo>
                    <a:pt x="120" y="134"/>
                    <a:pt x="66" y="134"/>
                    <a:pt x="13" y="134"/>
                  </a:cubicBezTo>
                  <a:cubicBezTo>
                    <a:pt x="6" y="134"/>
                    <a:pt x="3" y="132"/>
                    <a:pt x="1" y="125"/>
                  </a:cubicBezTo>
                  <a:cubicBezTo>
                    <a:pt x="0" y="125"/>
                    <a:pt x="0" y="125"/>
                    <a:pt x="0" y="125"/>
                  </a:cubicBezTo>
                  <a:cubicBezTo>
                    <a:pt x="0" y="86"/>
                    <a:pt x="0" y="48"/>
                    <a:pt x="0" y="9"/>
                  </a:cubicBezTo>
                  <a:cubicBezTo>
                    <a:pt x="1" y="9"/>
                    <a:pt x="1" y="8"/>
                    <a:pt x="1" y="7"/>
                  </a:cubicBezTo>
                  <a:cubicBezTo>
                    <a:pt x="3" y="3"/>
                    <a:pt x="5" y="2"/>
                    <a:pt x="9" y="0"/>
                  </a:cubicBezTo>
                  <a:cubicBezTo>
                    <a:pt x="65" y="0"/>
                    <a:pt x="121" y="0"/>
                    <a:pt x="177" y="0"/>
                  </a:cubicBezTo>
                  <a:close/>
                  <a:moveTo>
                    <a:pt x="174" y="122"/>
                  </a:moveTo>
                  <a:cubicBezTo>
                    <a:pt x="174" y="85"/>
                    <a:pt x="174" y="49"/>
                    <a:pt x="174" y="12"/>
                  </a:cubicBezTo>
                  <a:cubicBezTo>
                    <a:pt x="120" y="12"/>
                    <a:pt x="66" y="12"/>
                    <a:pt x="12" y="12"/>
                  </a:cubicBezTo>
                  <a:cubicBezTo>
                    <a:pt x="12" y="49"/>
                    <a:pt x="12" y="85"/>
                    <a:pt x="12" y="122"/>
                  </a:cubicBezTo>
                  <a:cubicBezTo>
                    <a:pt x="66" y="122"/>
                    <a:pt x="120" y="122"/>
                    <a:pt x="174"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7" name="Freeform 16"/>
            <p:cNvSpPr/>
            <p:nvPr/>
          </p:nvSpPr>
          <p:spPr bwMode="auto">
            <a:xfrm>
              <a:off x="5646738" y="3840163"/>
              <a:ext cx="134938" cy="60325"/>
            </a:xfrm>
            <a:custGeom>
              <a:avLst/>
              <a:gdLst>
                <a:gd name="T0" fmla="*/ 29 w 92"/>
                <a:gd name="T1" fmla="*/ 0 h 41"/>
                <a:gd name="T2" fmla="*/ 63 w 92"/>
                <a:gd name="T3" fmla="*/ 0 h 41"/>
                <a:gd name="T4" fmla="*/ 63 w 92"/>
                <a:gd name="T5" fmla="*/ 2 h 41"/>
                <a:gd name="T6" fmla="*/ 63 w 92"/>
                <a:gd name="T7" fmla="*/ 17 h 41"/>
                <a:gd name="T8" fmla="*/ 76 w 92"/>
                <a:gd name="T9" fmla="*/ 29 h 41"/>
                <a:gd name="T10" fmla="*/ 86 w 92"/>
                <a:gd name="T11" fmla="*/ 29 h 41"/>
                <a:gd name="T12" fmla="*/ 92 w 92"/>
                <a:gd name="T13" fmla="*/ 35 h 41"/>
                <a:gd name="T14" fmla="*/ 86 w 92"/>
                <a:gd name="T15" fmla="*/ 41 h 41"/>
                <a:gd name="T16" fmla="*/ 6 w 92"/>
                <a:gd name="T17" fmla="*/ 41 h 41"/>
                <a:gd name="T18" fmla="*/ 0 w 92"/>
                <a:gd name="T19" fmla="*/ 35 h 41"/>
                <a:gd name="T20" fmla="*/ 6 w 92"/>
                <a:gd name="T21" fmla="*/ 29 h 41"/>
                <a:gd name="T22" fmla="*/ 17 w 92"/>
                <a:gd name="T23" fmla="*/ 29 h 41"/>
                <a:gd name="T24" fmla="*/ 29 w 92"/>
                <a:gd name="T25" fmla="*/ 17 h 41"/>
                <a:gd name="T26" fmla="*/ 29 w 92"/>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41">
                  <a:moveTo>
                    <a:pt x="29" y="0"/>
                  </a:moveTo>
                  <a:cubicBezTo>
                    <a:pt x="40" y="0"/>
                    <a:pt x="52" y="0"/>
                    <a:pt x="63" y="0"/>
                  </a:cubicBezTo>
                  <a:cubicBezTo>
                    <a:pt x="63" y="1"/>
                    <a:pt x="63" y="2"/>
                    <a:pt x="63" y="2"/>
                  </a:cubicBezTo>
                  <a:cubicBezTo>
                    <a:pt x="63" y="7"/>
                    <a:pt x="63" y="12"/>
                    <a:pt x="63" y="17"/>
                  </a:cubicBezTo>
                  <a:cubicBezTo>
                    <a:pt x="64" y="24"/>
                    <a:pt x="68" y="29"/>
                    <a:pt x="76" y="29"/>
                  </a:cubicBezTo>
                  <a:cubicBezTo>
                    <a:pt x="79" y="29"/>
                    <a:pt x="83" y="29"/>
                    <a:pt x="86" y="29"/>
                  </a:cubicBezTo>
                  <a:cubicBezTo>
                    <a:pt x="90" y="29"/>
                    <a:pt x="92" y="32"/>
                    <a:pt x="92" y="35"/>
                  </a:cubicBezTo>
                  <a:cubicBezTo>
                    <a:pt x="92" y="38"/>
                    <a:pt x="90" y="41"/>
                    <a:pt x="86" y="41"/>
                  </a:cubicBezTo>
                  <a:cubicBezTo>
                    <a:pt x="59" y="41"/>
                    <a:pt x="33" y="41"/>
                    <a:pt x="6" y="41"/>
                  </a:cubicBezTo>
                  <a:cubicBezTo>
                    <a:pt x="2" y="41"/>
                    <a:pt x="0" y="38"/>
                    <a:pt x="0" y="35"/>
                  </a:cubicBezTo>
                  <a:cubicBezTo>
                    <a:pt x="0" y="32"/>
                    <a:pt x="2" y="29"/>
                    <a:pt x="6" y="29"/>
                  </a:cubicBezTo>
                  <a:cubicBezTo>
                    <a:pt x="10" y="29"/>
                    <a:pt x="13" y="29"/>
                    <a:pt x="17" y="29"/>
                  </a:cubicBezTo>
                  <a:cubicBezTo>
                    <a:pt x="24" y="29"/>
                    <a:pt x="29" y="24"/>
                    <a:pt x="29" y="17"/>
                  </a:cubicBezTo>
                  <a:cubicBezTo>
                    <a:pt x="29" y="12"/>
                    <a:pt x="29" y="6"/>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8" name="椭圆 7"/>
          <p:cNvSpPr/>
          <p:nvPr/>
        </p:nvSpPr>
        <p:spPr>
          <a:xfrm>
            <a:off x="3879850" y="2532063"/>
            <a:ext cx="1793875" cy="1793875"/>
          </a:xfrm>
          <a:prstGeom prst="ellipse">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9461" name="Freeform 17"/>
          <p:cNvSpPr>
            <a:spLocks noChangeAspect="1" noEditPoints="1"/>
          </p:cNvSpPr>
          <p:nvPr/>
        </p:nvSpPr>
        <p:spPr>
          <a:xfrm>
            <a:off x="4457700" y="2916238"/>
            <a:ext cx="636588" cy="1025525"/>
          </a:xfrm>
          <a:custGeom>
            <a:avLst/>
            <a:gdLst/>
            <a:ahLst/>
            <a:cxnLst>
              <a:cxn ang="0">
                <a:pos x="582202" y="0"/>
              </a:cxn>
              <a:cxn ang="0">
                <a:pos x="628276" y="37843"/>
              </a:cxn>
              <a:cxn ang="0">
                <a:pos x="636653" y="71482"/>
              </a:cxn>
              <a:cxn ang="0">
                <a:pos x="636653" y="592879"/>
              </a:cxn>
              <a:cxn ang="0">
                <a:pos x="636653" y="954493"/>
              </a:cxn>
              <a:cxn ang="0">
                <a:pos x="565448" y="1025975"/>
              </a:cxn>
              <a:cxn ang="0">
                <a:pos x="71205" y="1025975"/>
              </a:cxn>
              <a:cxn ang="0">
                <a:pos x="0" y="954493"/>
              </a:cxn>
              <a:cxn ang="0">
                <a:pos x="0" y="79891"/>
              </a:cxn>
              <a:cxn ang="0">
                <a:pos x="50262" y="0"/>
              </a:cxn>
              <a:cxn ang="0">
                <a:pos x="582202" y="0"/>
              </a:cxn>
              <a:cxn ang="0">
                <a:pos x="573825" y="866192"/>
              </a:cxn>
              <a:cxn ang="0">
                <a:pos x="573825" y="163988"/>
              </a:cxn>
              <a:cxn ang="0">
                <a:pos x="62828" y="163988"/>
              </a:cxn>
              <a:cxn ang="0">
                <a:pos x="62828" y="866192"/>
              </a:cxn>
              <a:cxn ang="0">
                <a:pos x="573825" y="866192"/>
              </a:cxn>
              <a:cxn ang="0">
                <a:pos x="318327" y="67277"/>
              </a:cxn>
              <a:cxn ang="0">
                <a:pos x="217802" y="67277"/>
              </a:cxn>
              <a:cxn ang="0">
                <a:pos x="205237" y="67277"/>
              </a:cxn>
              <a:cxn ang="0">
                <a:pos x="188483" y="79891"/>
              </a:cxn>
              <a:cxn ang="0">
                <a:pos x="205237" y="96711"/>
              </a:cxn>
              <a:cxn ang="0">
                <a:pos x="213614" y="96711"/>
              </a:cxn>
              <a:cxn ang="0">
                <a:pos x="423039" y="96711"/>
              </a:cxn>
              <a:cxn ang="0">
                <a:pos x="431416" y="96711"/>
              </a:cxn>
              <a:cxn ang="0">
                <a:pos x="443982" y="79891"/>
              </a:cxn>
              <a:cxn ang="0">
                <a:pos x="431416" y="67277"/>
              </a:cxn>
              <a:cxn ang="0">
                <a:pos x="423039" y="67277"/>
              </a:cxn>
              <a:cxn ang="0">
                <a:pos x="318327" y="67277"/>
              </a:cxn>
              <a:cxn ang="0">
                <a:pos x="364400" y="946084"/>
              </a:cxn>
              <a:cxn ang="0">
                <a:pos x="318327" y="899831"/>
              </a:cxn>
              <a:cxn ang="0">
                <a:pos x="268064" y="946084"/>
              </a:cxn>
              <a:cxn ang="0">
                <a:pos x="318327" y="996541"/>
              </a:cxn>
              <a:cxn ang="0">
                <a:pos x="364400" y="946084"/>
              </a:cxn>
            </a:cxnLst>
            <a:pathLst>
              <a:path w="152" h="244">
                <a:moveTo>
                  <a:pt x="139" y="0"/>
                </a:moveTo>
                <a:cubicBezTo>
                  <a:pt x="144" y="2"/>
                  <a:pt x="148" y="4"/>
                  <a:pt x="150" y="9"/>
                </a:cubicBezTo>
                <a:cubicBezTo>
                  <a:pt x="151" y="11"/>
                  <a:pt x="152" y="14"/>
                  <a:pt x="152" y="17"/>
                </a:cubicBezTo>
                <a:cubicBezTo>
                  <a:pt x="152" y="58"/>
                  <a:pt x="152" y="100"/>
                  <a:pt x="152" y="141"/>
                </a:cubicBezTo>
                <a:cubicBezTo>
                  <a:pt x="152" y="170"/>
                  <a:pt x="152" y="198"/>
                  <a:pt x="152" y="227"/>
                </a:cubicBezTo>
                <a:cubicBezTo>
                  <a:pt x="152" y="238"/>
                  <a:pt x="146" y="244"/>
                  <a:pt x="135" y="244"/>
                </a:cubicBezTo>
                <a:cubicBezTo>
                  <a:pt x="96" y="244"/>
                  <a:pt x="56" y="244"/>
                  <a:pt x="17" y="244"/>
                </a:cubicBezTo>
                <a:cubicBezTo>
                  <a:pt x="6" y="244"/>
                  <a:pt x="0" y="238"/>
                  <a:pt x="0" y="227"/>
                </a:cubicBezTo>
                <a:cubicBezTo>
                  <a:pt x="0" y="158"/>
                  <a:pt x="0" y="89"/>
                  <a:pt x="0" y="19"/>
                </a:cubicBezTo>
                <a:cubicBezTo>
                  <a:pt x="0" y="8"/>
                  <a:pt x="2" y="4"/>
                  <a:pt x="12" y="0"/>
                </a:cubicBezTo>
                <a:cubicBezTo>
                  <a:pt x="55" y="0"/>
                  <a:pt x="97" y="0"/>
                  <a:pt x="139" y="0"/>
                </a:cubicBezTo>
                <a:close/>
                <a:moveTo>
                  <a:pt x="137" y="206"/>
                </a:moveTo>
                <a:cubicBezTo>
                  <a:pt x="137" y="150"/>
                  <a:pt x="137" y="94"/>
                  <a:pt x="137" y="39"/>
                </a:cubicBezTo>
                <a:cubicBezTo>
                  <a:pt x="96" y="39"/>
                  <a:pt x="55" y="39"/>
                  <a:pt x="15" y="39"/>
                </a:cubicBezTo>
                <a:cubicBezTo>
                  <a:pt x="15" y="95"/>
                  <a:pt x="15" y="150"/>
                  <a:pt x="15" y="206"/>
                </a:cubicBezTo>
                <a:cubicBezTo>
                  <a:pt x="56" y="206"/>
                  <a:pt x="96" y="206"/>
                  <a:pt x="137" y="206"/>
                </a:cubicBezTo>
                <a:close/>
                <a:moveTo>
                  <a:pt x="76" y="16"/>
                </a:moveTo>
                <a:cubicBezTo>
                  <a:pt x="68" y="16"/>
                  <a:pt x="60" y="16"/>
                  <a:pt x="52" y="16"/>
                </a:cubicBezTo>
                <a:cubicBezTo>
                  <a:pt x="51" y="16"/>
                  <a:pt x="50" y="16"/>
                  <a:pt x="49" y="16"/>
                </a:cubicBezTo>
                <a:cubicBezTo>
                  <a:pt x="47" y="16"/>
                  <a:pt x="45" y="17"/>
                  <a:pt x="45" y="19"/>
                </a:cubicBezTo>
                <a:cubicBezTo>
                  <a:pt x="45" y="21"/>
                  <a:pt x="47" y="23"/>
                  <a:pt x="49" y="23"/>
                </a:cubicBezTo>
                <a:cubicBezTo>
                  <a:pt x="50" y="23"/>
                  <a:pt x="50" y="23"/>
                  <a:pt x="51" y="23"/>
                </a:cubicBezTo>
                <a:cubicBezTo>
                  <a:pt x="68" y="23"/>
                  <a:pt x="84" y="23"/>
                  <a:pt x="101" y="23"/>
                </a:cubicBezTo>
                <a:cubicBezTo>
                  <a:pt x="102" y="23"/>
                  <a:pt x="103" y="23"/>
                  <a:pt x="103" y="23"/>
                </a:cubicBezTo>
                <a:cubicBezTo>
                  <a:pt x="105" y="23"/>
                  <a:pt x="106" y="21"/>
                  <a:pt x="106" y="19"/>
                </a:cubicBezTo>
                <a:cubicBezTo>
                  <a:pt x="106" y="18"/>
                  <a:pt x="105" y="16"/>
                  <a:pt x="103" y="16"/>
                </a:cubicBezTo>
                <a:cubicBezTo>
                  <a:pt x="103" y="16"/>
                  <a:pt x="102" y="16"/>
                  <a:pt x="101" y="16"/>
                </a:cubicBezTo>
                <a:cubicBezTo>
                  <a:pt x="92" y="16"/>
                  <a:pt x="84" y="16"/>
                  <a:pt x="76" y="16"/>
                </a:cubicBezTo>
                <a:close/>
                <a:moveTo>
                  <a:pt x="87" y="225"/>
                </a:moveTo>
                <a:cubicBezTo>
                  <a:pt x="87" y="219"/>
                  <a:pt x="82" y="214"/>
                  <a:pt x="76" y="214"/>
                </a:cubicBezTo>
                <a:cubicBezTo>
                  <a:pt x="70" y="214"/>
                  <a:pt x="65" y="219"/>
                  <a:pt x="64" y="225"/>
                </a:cubicBezTo>
                <a:cubicBezTo>
                  <a:pt x="64" y="231"/>
                  <a:pt x="70" y="237"/>
                  <a:pt x="76" y="237"/>
                </a:cubicBezTo>
                <a:cubicBezTo>
                  <a:pt x="82" y="237"/>
                  <a:pt x="87" y="231"/>
                  <a:pt x="87" y="225"/>
                </a:cubicBezTo>
                <a:close/>
              </a:path>
            </a:pathLst>
          </a:custGeom>
          <a:solidFill>
            <a:schemeClr val="bg1"/>
          </a:solidFill>
          <a:ln w="9525">
            <a:noFill/>
          </a:ln>
        </p:spPr>
        <p:txBody>
          <a:bodyPr/>
          <a:p>
            <a:endParaRPr lang="en-US"/>
          </a:p>
        </p:txBody>
      </p:sp>
      <p:sp>
        <p:nvSpPr>
          <p:cNvPr id="10" name="椭圆 9"/>
          <p:cNvSpPr/>
          <p:nvPr/>
        </p:nvSpPr>
        <p:spPr>
          <a:xfrm>
            <a:off x="6500813" y="2532063"/>
            <a:ext cx="1793875" cy="1793875"/>
          </a:xfrm>
          <a:prstGeom prst="ellipse">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1" name="KSO_Shape"/>
          <p:cNvSpPr>
            <a:spLocks noChangeAspect="1"/>
          </p:cNvSpPr>
          <p:nvPr/>
        </p:nvSpPr>
        <p:spPr>
          <a:xfrm>
            <a:off x="6872288" y="2940050"/>
            <a:ext cx="1050925" cy="977900"/>
          </a:xfrm>
          <a:custGeom>
            <a:avLst/>
            <a:gdLst/>
            <a:ahLst/>
            <a:cxnLst/>
            <a:rect l="l" t="t" r="r" b="b"/>
            <a:pathLst>
              <a:path w="969654" h="903534">
                <a:moveTo>
                  <a:pt x="813088" y="487443"/>
                </a:moveTo>
                <a:cubicBezTo>
                  <a:pt x="793206" y="487443"/>
                  <a:pt x="777088" y="503561"/>
                  <a:pt x="777088" y="523443"/>
                </a:cubicBezTo>
                <a:cubicBezTo>
                  <a:pt x="777088" y="543325"/>
                  <a:pt x="793206" y="559443"/>
                  <a:pt x="813088" y="559443"/>
                </a:cubicBezTo>
                <a:cubicBezTo>
                  <a:pt x="832970" y="559443"/>
                  <a:pt x="849088" y="543325"/>
                  <a:pt x="849088" y="523443"/>
                </a:cubicBezTo>
                <a:cubicBezTo>
                  <a:pt x="849088" y="503561"/>
                  <a:pt x="832970" y="487443"/>
                  <a:pt x="813088" y="487443"/>
                </a:cubicBezTo>
                <a:close/>
                <a:moveTo>
                  <a:pt x="606961" y="487443"/>
                </a:moveTo>
                <a:cubicBezTo>
                  <a:pt x="587079" y="487443"/>
                  <a:pt x="570961" y="503561"/>
                  <a:pt x="570961" y="523443"/>
                </a:cubicBezTo>
                <a:cubicBezTo>
                  <a:pt x="570961" y="543325"/>
                  <a:pt x="587079" y="559443"/>
                  <a:pt x="606961" y="559443"/>
                </a:cubicBezTo>
                <a:cubicBezTo>
                  <a:pt x="626843" y="559443"/>
                  <a:pt x="642961" y="543325"/>
                  <a:pt x="642961" y="523443"/>
                </a:cubicBezTo>
                <a:cubicBezTo>
                  <a:pt x="642961" y="503561"/>
                  <a:pt x="626843" y="487443"/>
                  <a:pt x="606961" y="487443"/>
                </a:cubicBezTo>
                <a:close/>
                <a:moveTo>
                  <a:pt x="691345" y="336511"/>
                </a:moveTo>
                <a:cubicBezTo>
                  <a:pt x="769490" y="335080"/>
                  <a:pt x="847112" y="364668"/>
                  <a:pt x="901758" y="422110"/>
                </a:cubicBezTo>
                <a:cubicBezTo>
                  <a:pt x="999759" y="525126"/>
                  <a:pt x="990612" y="681640"/>
                  <a:pt x="881173" y="774306"/>
                </a:cubicBezTo>
                <a:lnTo>
                  <a:pt x="905846" y="903534"/>
                </a:lnTo>
                <a:lnTo>
                  <a:pt x="792422" y="824563"/>
                </a:lnTo>
                <a:cubicBezTo>
                  <a:pt x="666952" y="867914"/>
                  <a:pt x="525982" y="820668"/>
                  <a:pt x="459770" y="713074"/>
                </a:cubicBezTo>
                <a:cubicBezTo>
                  <a:pt x="386891" y="594648"/>
                  <a:pt x="429055" y="444146"/>
                  <a:pt x="554971" y="373268"/>
                </a:cubicBezTo>
                <a:cubicBezTo>
                  <a:pt x="597384" y="349394"/>
                  <a:pt x="644458" y="337369"/>
                  <a:pt x="691345" y="336511"/>
                </a:cubicBezTo>
                <a:close/>
                <a:moveTo>
                  <a:pt x="547874" y="187267"/>
                </a:moveTo>
                <a:cubicBezTo>
                  <a:pt x="518051" y="187267"/>
                  <a:pt x="493874" y="211444"/>
                  <a:pt x="493874" y="241267"/>
                </a:cubicBezTo>
                <a:cubicBezTo>
                  <a:pt x="493874" y="271090"/>
                  <a:pt x="518051" y="295267"/>
                  <a:pt x="547874" y="295267"/>
                </a:cubicBezTo>
                <a:cubicBezTo>
                  <a:pt x="577697" y="295267"/>
                  <a:pt x="601874" y="271090"/>
                  <a:pt x="601874" y="241267"/>
                </a:cubicBezTo>
                <a:cubicBezTo>
                  <a:pt x="601874" y="211444"/>
                  <a:pt x="577697" y="187267"/>
                  <a:pt x="547874" y="187267"/>
                </a:cubicBezTo>
                <a:close/>
                <a:moveTo>
                  <a:pt x="294449" y="187267"/>
                </a:moveTo>
                <a:cubicBezTo>
                  <a:pt x="264626" y="187267"/>
                  <a:pt x="240449" y="211444"/>
                  <a:pt x="240449" y="241267"/>
                </a:cubicBezTo>
                <a:cubicBezTo>
                  <a:pt x="240449" y="271090"/>
                  <a:pt x="264626" y="295267"/>
                  <a:pt x="294449" y="295267"/>
                </a:cubicBezTo>
                <a:cubicBezTo>
                  <a:pt x="324272" y="295267"/>
                  <a:pt x="348449" y="271090"/>
                  <a:pt x="348449" y="241267"/>
                </a:cubicBezTo>
                <a:cubicBezTo>
                  <a:pt x="348449" y="211444"/>
                  <a:pt x="324272" y="187267"/>
                  <a:pt x="294449" y="187267"/>
                </a:cubicBezTo>
                <a:close/>
                <a:moveTo>
                  <a:pt x="408549" y="168"/>
                </a:moveTo>
                <a:cubicBezTo>
                  <a:pt x="456533" y="-1113"/>
                  <a:pt x="505397" y="4870"/>
                  <a:pt x="553141" y="18800"/>
                </a:cubicBezTo>
                <a:cubicBezTo>
                  <a:pt x="730896" y="70663"/>
                  <a:pt x="843952" y="217556"/>
                  <a:pt x="840274" y="375462"/>
                </a:cubicBezTo>
                <a:cubicBezTo>
                  <a:pt x="754752" y="310337"/>
                  <a:pt x="632797" y="302687"/>
                  <a:pt x="535419" y="357502"/>
                </a:cubicBezTo>
                <a:cubicBezTo>
                  <a:pt x="409503" y="428380"/>
                  <a:pt x="367339" y="578882"/>
                  <a:pt x="440218" y="697308"/>
                </a:cubicBezTo>
                <a:cubicBezTo>
                  <a:pt x="450352" y="713775"/>
                  <a:pt x="462237" y="728829"/>
                  <a:pt x="478397" y="739559"/>
                </a:cubicBezTo>
                <a:cubicBezTo>
                  <a:pt x="442192" y="745523"/>
                  <a:pt x="404623" y="745773"/>
                  <a:pt x="366675" y="741395"/>
                </a:cubicBezTo>
                <a:lnTo>
                  <a:pt x="245711" y="837584"/>
                </a:lnTo>
                <a:lnTo>
                  <a:pt x="214226" y="696474"/>
                </a:lnTo>
                <a:cubicBezTo>
                  <a:pt x="11680" y="595442"/>
                  <a:pt x="-59861" y="368389"/>
                  <a:pt x="54436" y="189343"/>
                </a:cubicBezTo>
                <a:cubicBezTo>
                  <a:pt x="128564" y="73222"/>
                  <a:pt x="264598" y="4010"/>
                  <a:pt x="408549" y="16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2" name="椭圆 11"/>
          <p:cNvSpPr/>
          <p:nvPr/>
        </p:nvSpPr>
        <p:spPr>
          <a:xfrm>
            <a:off x="9121775" y="2532063"/>
            <a:ext cx="1793875" cy="1793875"/>
          </a:xfrm>
          <a:prstGeom prst="ellipse">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9465" name="KSO_Shape"/>
          <p:cNvSpPr>
            <a:spLocks noChangeAspect="1"/>
          </p:cNvSpPr>
          <p:nvPr/>
        </p:nvSpPr>
        <p:spPr>
          <a:xfrm>
            <a:off x="9548813" y="2943225"/>
            <a:ext cx="939800" cy="9715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90" h="93">
                <a:moveTo>
                  <a:pt x="86" y="38"/>
                </a:moveTo>
                <a:cubicBezTo>
                  <a:pt x="88" y="40"/>
                  <a:pt x="90" y="43"/>
                  <a:pt x="90" y="46"/>
                </a:cubicBezTo>
                <a:cubicBezTo>
                  <a:pt x="90" y="83"/>
                  <a:pt x="90" y="83"/>
                  <a:pt x="90" y="83"/>
                </a:cubicBezTo>
                <a:cubicBezTo>
                  <a:pt x="90" y="88"/>
                  <a:pt x="86" y="93"/>
                  <a:pt x="81" y="93"/>
                </a:cubicBezTo>
                <a:cubicBezTo>
                  <a:pt x="9" y="93"/>
                  <a:pt x="9" y="93"/>
                  <a:pt x="9" y="93"/>
                </a:cubicBezTo>
                <a:cubicBezTo>
                  <a:pt x="4" y="93"/>
                  <a:pt x="0" y="88"/>
                  <a:pt x="0" y="83"/>
                </a:cubicBezTo>
                <a:cubicBezTo>
                  <a:pt x="0" y="46"/>
                  <a:pt x="0" y="46"/>
                  <a:pt x="0" y="46"/>
                </a:cubicBezTo>
                <a:cubicBezTo>
                  <a:pt x="0" y="44"/>
                  <a:pt x="1" y="41"/>
                  <a:pt x="2" y="40"/>
                </a:cubicBezTo>
                <a:cubicBezTo>
                  <a:pt x="2" y="40"/>
                  <a:pt x="2" y="40"/>
                  <a:pt x="2" y="40"/>
                </a:cubicBezTo>
                <a:cubicBezTo>
                  <a:pt x="2" y="40"/>
                  <a:pt x="2" y="40"/>
                  <a:pt x="2" y="40"/>
                </a:cubicBezTo>
                <a:cubicBezTo>
                  <a:pt x="2" y="39"/>
                  <a:pt x="2" y="39"/>
                  <a:pt x="3" y="39"/>
                </a:cubicBezTo>
                <a:cubicBezTo>
                  <a:pt x="39" y="3"/>
                  <a:pt x="39" y="3"/>
                  <a:pt x="39" y="3"/>
                </a:cubicBezTo>
                <a:cubicBezTo>
                  <a:pt x="43" y="0"/>
                  <a:pt x="46" y="0"/>
                  <a:pt x="50" y="3"/>
                </a:cubicBezTo>
                <a:cubicBezTo>
                  <a:pt x="86" y="38"/>
                  <a:pt x="86" y="38"/>
                  <a:pt x="86" y="38"/>
                </a:cubicBezTo>
                <a:close/>
                <a:moveTo>
                  <a:pt x="15" y="30"/>
                </a:moveTo>
                <a:cubicBezTo>
                  <a:pt x="15" y="52"/>
                  <a:pt x="15" y="52"/>
                  <a:pt x="15" y="52"/>
                </a:cubicBezTo>
                <a:cubicBezTo>
                  <a:pt x="45" y="75"/>
                  <a:pt x="45" y="75"/>
                  <a:pt x="45" y="75"/>
                </a:cubicBezTo>
                <a:cubicBezTo>
                  <a:pt x="72" y="54"/>
                  <a:pt x="72" y="54"/>
                  <a:pt x="72" y="54"/>
                </a:cubicBezTo>
                <a:cubicBezTo>
                  <a:pt x="72" y="30"/>
                  <a:pt x="72" y="30"/>
                  <a:pt x="72" y="30"/>
                </a:cubicBezTo>
                <a:cubicBezTo>
                  <a:pt x="15" y="30"/>
                  <a:pt x="15" y="30"/>
                  <a:pt x="15" y="30"/>
                </a:cubicBezTo>
                <a:close/>
                <a:moveTo>
                  <a:pt x="25" y="35"/>
                </a:moveTo>
                <a:cubicBezTo>
                  <a:pt x="25" y="39"/>
                  <a:pt x="25" y="39"/>
                  <a:pt x="25" y="39"/>
                </a:cubicBezTo>
                <a:cubicBezTo>
                  <a:pt x="63" y="39"/>
                  <a:pt x="63" y="39"/>
                  <a:pt x="63" y="39"/>
                </a:cubicBezTo>
                <a:cubicBezTo>
                  <a:pt x="63" y="35"/>
                  <a:pt x="63" y="35"/>
                  <a:pt x="63" y="35"/>
                </a:cubicBezTo>
                <a:cubicBezTo>
                  <a:pt x="25" y="35"/>
                  <a:pt x="25" y="35"/>
                  <a:pt x="25" y="35"/>
                </a:cubicBezTo>
                <a:close/>
                <a:moveTo>
                  <a:pt x="25" y="51"/>
                </a:moveTo>
                <a:cubicBezTo>
                  <a:pt x="25" y="55"/>
                  <a:pt x="25" y="55"/>
                  <a:pt x="25" y="55"/>
                </a:cubicBezTo>
                <a:cubicBezTo>
                  <a:pt x="63" y="55"/>
                  <a:pt x="63" y="55"/>
                  <a:pt x="63" y="55"/>
                </a:cubicBezTo>
                <a:cubicBezTo>
                  <a:pt x="63" y="51"/>
                  <a:pt x="63" y="51"/>
                  <a:pt x="63" y="51"/>
                </a:cubicBezTo>
                <a:cubicBezTo>
                  <a:pt x="25" y="51"/>
                  <a:pt x="25" y="51"/>
                  <a:pt x="25" y="51"/>
                </a:cubicBezTo>
                <a:close/>
                <a:moveTo>
                  <a:pt x="25" y="43"/>
                </a:moveTo>
                <a:cubicBezTo>
                  <a:pt x="25" y="47"/>
                  <a:pt x="25" y="47"/>
                  <a:pt x="25" y="47"/>
                </a:cubicBezTo>
                <a:cubicBezTo>
                  <a:pt x="63" y="47"/>
                  <a:pt x="63" y="47"/>
                  <a:pt x="63" y="47"/>
                </a:cubicBezTo>
                <a:cubicBezTo>
                  <a:pt x="63" y="43"/>
                  <a:pt x="63" y="43"/>
                  <a:pt x="63" y="43"/>
                </a:cubicBezTo>
                <a:cubicBezTo>
                  <a:pt x="25" y="43"/>
                  <a:pt x="25" y="43"/>
                  <a:pt x="25" y="43"/>
                </a:cubicBezTo>
                <a:close/>
                <a:moveTo>
                  <a:pt x="10" y="87"/>
                </a:moveTo>
                <a:cubicBezTo>
                  <a:pt x="28" y="69"/>
                  <a:pt x="28" y="69"/>
                  <a:pt x="28" y="69"/>
                </a:cubicBezTo>
                <a:cubicBezTo>
                  <a:pt x="28" y="69"/>
                  <a:pt x="28" y="68"/>
                  <a:pt x="28" y="67"/>
                </a:cubicBezTo>
                <a:cubicBezTo>
                  <a:pt x="27" y="66"/>
                  <a:pt x="26" y="66"/>
                  <a:pt x="25" y="67"/>
                </a:cubicBezTo>
                <a:cubicBezTo>
                  <a:pt x="7" y="84"/>
                  <a:pt x="7" y="84"/>
                  <a:pt x="7" y="84"/>
                </a:cubicBezTo>
                <a:cubicBezTo>
                  <a:pt x="6" y="85"/>
                  <a:pt x="6" y="86"/>
                  <a:pt x="7" y="87"/>
                </a:cubicBezTo>
                <a:cubicBezTo>
                  <a:pt x="8" y="87"/>
                  <a:pt x="9" y="87"/>
                  <a:pt x="10" y="87"/>
                </a:cubicBezTo>
                <a:close/>
                <a:moveTo>
                  <a:pt x="84" y="84"/>
                </a:moveTo>
                <a:cubicBezTo>
                  <a:pt x="66" y="67"/>
                  <a:pt x="66" y="67"/>
                  <a:pt x="66" y="67"/>
                </a:cubicBezTo>
                <a:cubicBezTo>
                  <a:pt x="65" y="66"/>
                  <a:pt x="64" y="66"/>
                  <a:pt x="63" y="67"/>
                </a:cubicBezTo>
                <a:cubicBezTo>
                  <a:pt x="62" y="68"/>
                  <a:pt x="62" y="69"/>
                  <a:pt x="63" y="69"/>
                </a:cubicBezTo>
                <a:cubicBezTo>
                  <a:pt x="81" y="87"/>
                  <a:pt x="81" y="87"/>
                  <a:pt x="81" y="87"/>
                </a:cubicBezTo>
                <a:cubicBezTo>
                  <a:pt x="82" y="87"/>
                  <a:pt x="83" y="87"/>
                  <a:pt x="84" y="87"/>
                </a:cubicBezTo>
                <a:cubicBezTo>
                  <a:pt x="85" y="86"/>
                  <a:pt x="85" y="85"/>
                  <a:pt x="84" y="84"/>
                </a:cubicBezTo>
                <a:close/>
              </a:path>
            </a:pathLst>
          </a:custGeom>
          <a:solidFill>
            <a:schemeClr val="bg1"/>
          </a:solidFill>
          <a:ln w="9525">
            <a:noFill/>
          </a:ln>
        </p:spPr>
        <p:txBody>
          <a:bodyPr/>
          <a:p>
            <a:endParaRPr lang="en-US"/>
          </a:p>
        </p:txBody>
      </p:sp>
      <p:sp>
        <p:nvSpPr>
          <p:cNvPr id="19466" name="矩形 13"/>
          <p:cNvSpPr/>
          <p:nvPr/>
        </p:nvSpPr>
        <p:spPr>
          <a:xfrm>
            <a:off x="1184275" y="4572000"/>
            <a:ext cx="1941513" cy="338138"/>
          </a:xfrm>
          <a:prstGeom prst="rect">
            <a:avLst/>
          </a:prstGeom>
          <a:noFill/>
          <a:ln w="9525">
            <a:noFill/>
          </a:ln>
        </p:spPr>
        <p:txBody>
          <a:bodyPr anchor="t" anchorCtr="0">
            <a:spAutoFit/>
          </a:bodyPr>
          <a:p>
            <a:pPr algn="ct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9467" name="矩形 1"/>
          <p:cNvSpPr/>
          <p:nvPr/>
        </p:nvSpPr>
        <p:spPr>
          <a:xfrm>
            <a:off x="1168400" y="4922838"/>
            <a:ext cx="1974850"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9468" name="矩形 15"/>
          <p:cNvSpPr/>
          <p:nvPr/>
        </p:nvSpPr>
        <p:spPr>
          <a:xfrm>
            <a:off x="3821113" y="4572000"/>
            <a:ext cx="1941512" cy="338138"/>
          </a:xfrm>
          <a:prstGeom prst="rect">
            <a:avLst/>
          </a:prstGeom>
          <a:noFill/>
          <a:ln w="9525">
            <a:noFill/>
          </a:ln>
        </p:spPr>
        <p:txBody>
          <a:bodyPr anchor="t" anchorCtr="0">
            <a:spAutoFit/>
          </a:bodyPr>
          <a:p>
            <a:pPr algn="ct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9469" name="矩形 1"/>
          <p:cNvSpPr/>
          <p:nvPr/>
        </p:nvSpPr>
        <p:spPr>
          <a:xfrm>
            <a:off x="3803650" y="4922838"/>
            <a:ext cx="1974850"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9470" name="矩形 17"/>
          <p:cNvSpPr/>
          <p:nvPr/>
        </p:nvSpPr>
        <p:spPr>
          <a:xfrm>
            <a:off x="6443663" y="4572000"/>
            <a:ext cx="1941512" cy="338138"/>
          </a:xfrm>
          <a:prstGeom prst="rect">
            <a:avLst/>
          </a:prstGeom>
          <a:noFill/>
          <a:ln w="9525">
            <a:noFill/>
          </a:ln>
        </p:spPr>
        <p:txBody>
          <a:bodyPr anchor="t" anchorCtr="0">
            <a:spAutoFit/>
          </a:bodyPr>
          <a:p>
            <a:pPr algn="ct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9471" name="矩形 1"/>
          <p:cNvSpPr/>
          <p:nvPr/>
        </p:nvSpPr>
        <p:spPr>
          <a:xfrm>
            <a:off x="6426200" y="4922838"/>
            <a:ext cx="1974850"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9472" name="矩形 19"/>
          <p:cNvSpPr/>
          <p:nvPr/>
        </p:nvSpPr>
        <p:spPr>
          <a:xfrm>
            <a:off x="9048750" y="4584700"/>
            <a:ext cx="1941513" cy="338138"/>
          </a:xfrm>
          <a:prstGeom prst="rect">
            <a:avLst/>
          </a:prstGeom>
          <a:noFill/>
          <a:ln w="9525">
            <a:noFill/>
          </a:ln>
        </p:spPr>
        <p:txBody>
          <a:bodyPr anchor="t" anchorCtr="0">
            <a:spAutoFit/>
          </a:bodyPr>
          <a:p>
            <a:pPr algn="ctr"/>
            <a:r>
              <a:rPr lang="zh-CN" altLang="en-US" sz="1600" dirty="0">
                <a:solidFill>
                  <a:schemeClr val="bg1"/>
                </a:solidFill>
                <a:latin typeface="Calibri" panose="020F0502020204030204" pitchFamily="34" charset="0"/>
                <a:ea typeface="Microsoft YaHei Light" panose="020B0502040204020203" pitchFamily="34" charset="-122"/>
              </a:rPr>
              <a:t>ADD YOUR TEXT</a:t>
            </a:r>
            <a:endParaRPr lang="zh-CN" altLang="en-US" sz="1600" dirty="0">
              <a:solidFill>
                <a:schemeClr val="bg1"/>
              </a:solidFill>
              <a:latin typeface="Calibri" panose="020F0502020204030204" pitchFamily="34" charset="0"/>
              <a:ea typeface="Arial" panose="020B0604020202020204" pitchFamily="34" charset="0"/>
            </a:endParaRPr>
          </a:p>
        </p:txBody>
      </p:sp>
      <p:sp>
        <p:nvSpPr>
          <p:cNvPr id="19473" name="矩形 1"/>
          <p:cNvSpPr/>
          <p:nvPr/>
        </p:nvSpPr>
        <p:spPr>
          <a:xfrm>
            <a:off x="9031288" y="4922838"/>
            <a:ext cx="1974850" cy="954087"/>
          </a:xfrm>
          <a:prstGeom prst="rect">
            <a:avLst/>
          </a:prstGeom>
          <a:noFill/>
          <a:ln w="9525">
            <a:noFill/>
          </a:ln>
        </p:spPr>
        <p:txBody>
          <a:bodyPr anchor="t" anchorCtr="0">
            <a:spAutoFit/>
          </a:bodyPr>
          <a:p>
            <a:pPr algn="ct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a:t>
            </a:r>
            <a:endParaRPr lang="zh-CN" altLang="en-US" sz="1400" dirty="0">
              <a:solidFill>
                <a:schemeClr val="bg1"/>
              </a:solidFill>
              <a:latin typeface="Calibri" panose="020F0502020204030204" pitchFamily="34" charset="0"/>
              <a:ea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p:txBody>
          <a:bodyPr wrap="square" lIns="91440" tIns="45720" rIns="91440" bIns="45720" anchor="b" anchorCtr="0"/>
          <a:p>
            <a:pPr defTabSz="914400">
              <a:buNone/>
            </a:pPr>
            <a:r>
              <a:rPr lang="zh-CN" altLang="en-US" kern="1200" dirty="0">
                <a:latin typeface="+mj-lt"/>
                <a:ea typeface="Arial" panose="020B0604020202020204" pitchFamily="34" charset="0"/>
                <a:cs typeface="+mj-cs"/>
              </a:rPr>
              <a:t>Add your title</a:t>
            </a:r>
            <a:endParaRPr lang="zh-CN" altLang="en-US" kern="1200" dirty="0">
              <a:latin typeface="+mj-lt"/>
              <a:ea typeface="Arial" panose="020B0604020202020204" pitchFamily="34" charset="0"/>
              <a:cs typeface="+mj-cs"/>
            </a:endParaRPr>
          </a:p>
        </p:txBody>
      </p:sp>
      <p:sp>
        <p:nvSpPr>
          <p:cNvPr id="20482" name="文本占位符 2"/>
          <p:cNvSpPr>
            <a:spLocks noGrp="1"/>
          </p:cNvSpPr>
          <p:nvPr>
            <p:ph type="body" idx="1"/>
          </p:nvPr>
        </p:nvSpPr>
        <p:spPr>
          <a:xfrm>
            <a:off x="1066800" y="4589463"/>
            <a:ext cx="5029200" cy="1500187"/>
          </a:xfrm>
        </p:spPr>
        <p:txBody>
          <a:bodyPr wrap="square" lIns="91440" tIns="45720" rIns="91440" bIns="45720" anchor="t" anchorCtr="0"/>
          <a:p>
            <a:pPr defTabSz="914400"/>
            <a:r>
              <a:rPr lang="zh-CN" altLang="en-US" sz="1600" kern="1200" dirty="0">
                <a:latin typeface="+mn-lt"/>
                <a:ea typeface="Arial" panose="020B0604020202020204" pitchFamily="34" charset="0"/>
                <a:cs typeface="+mn-cs"/>
              </a:rPr>
              <a:t>Vestibulum ante ipsum primis in faucibus orci luctus et ultrices posuere cubilia Curae; Donec velit neque</a:t>
            </a:r>
            <a:endParaRPr lang="zh-CN" altLang="en-US" sz="1600" kern="1200" dirty="0">
              <a:latin typeface="+mn-lt"/>
              <a:ea typeface="Arial" panose="020B0604020202020204" pitchFamily="34" charset="0"/>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grpSp>
        <p:nvGrpSpPr>
          <p:cNvPr id="21506" name="组合 2"/>
          <p:cNvGrpSpPr/>
          <p:nvPr/>
        </p:nvGrpSpPr>
        <p:grpSpPr>
          <a:xfrm>
            <a:off x="839788" y="2489200"/>
            <a:ext cx="6946900" cy="1879600"/>
            <a:chOff x="831550" y="1753094"/>
            <a:chExt cx="6947017" cy="1879106"/>
          </a:xfrm>
        </p:grpSpPr>
        <p:sp>
          <p:nvSpPr>
            <p:cNvPr id="5" name="空心弧 4"/>
            <p:cNvSpPr/>
            <p:nvPr/>
          </p:nvSpPr>
          <p:spPr>
            <a:xfrm>
              <a:off x="5908042" y="1765794"/>
              <a:ext cx="1866406" cy="1866406"/>
            </a:xfrm>
            <a:prstGeom prst="blockArc">
              <a:avLst>
                <a:gd name="adj1" fmla="val 10800000"/>
                <a:gd name="adj2" fmla="val 0"/>
                <a:gd name="adj3" fmla="val 9314"/>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 name="空心弧 5"/>
            <p:cNvSpPr/>
            <p:nvPr/>
          </p:nvSpPr>
          <p:spPr>
            <a:xfrm>
              <a:off x="4215721" y="1765794"/>
              <a:ext cx="1866406" cy="1866406"/>
            </a:xfrm>
            <a:prstGeom prst="blockArc">
              <a:avLst>
                <a:gd name="adj1" fmla="val 10800000"/>
                <a:gd name="adj2" fmla="val 0"/>
                <a:gd name="adj3" fmla="val 9314"/>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7" name="空心弧 6"/>
            <p:cNvSpPr/>
            <p:nvPr/>
          </p:nvSpPr>
          <p:spPr>
            <a:xfrm flipV="1">
              <a:off x="831550" y="1753094"/>
              <a:ext cx="1866406" cy="1866406"/>
            </a:xfrm>
            <a:prstGeom prst="blockArc">
              <a:avLst>
                <a:gd name="adj1" fmla="val 10800000"/>
                <a:gd name="adj2" fmla="val 0"/>
                <a:gd name="adj3" fmla="val 9314"/>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8" name="空心弧 7"/>
            <p:cNvSpPr/>
            <p:nvPr/>
          </p:nvSpPr>
          <p:spPr>
            <a:xfrm flipV="1">
              <a:off x="2523871" y="1753094"/>
              <a:ext cx="1866406" cy="1866406"/>
            </a:xfrm>
            <a:prstGeom prst="blockArc">
              <a:avLst>
                <a:gd name="adj1" fmla="val 10800000"/>
                <a:gd name="adj2" fmla="val 0"/>
                <a:gd name="adj3" fmla="val 9314"/>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 name="空心弧 8"/>
            <p:cNvSpPr/>
            <p:nvPr/>
          </p:nvSpPr>
          <p:spPr>
            <a:xfrm flipV="1">
              <a:off x="4215721" y="1753094"/>
              <a:ext cx="1866406" cy="1866406"/>
            </a:xfrm>
            <a:prstGeom prst="blockArc">
              <a:avLst>
                <a:gd name="adj1" fmla="val 10800000"/>
                <a:gd name="adj2" fmla="val 0"/>
                <a:gd name="adj3" fmla="val 9314"/>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0" name="空心弧 9"/>
            <p:cNvSpPr/>
            <p:nvPr/>
          </p:nvSpPr>
          <p:spPr>
            <a:xfrm flipV="1">
              <a:off x="5912161" y="1753094"/>
              <a:ext cx="1866406" cy="1866406"/>
            </a:xfrm>
            <a:prstGeom prst="blockArc">
              <a:avLst>
                <a:gd name="adj1" fmla="val 10800000"/>
                <a:gd name="adj2" fmla="val 0"/>
                <a:gd name="adj3" fmla="val 9314"/>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1" name="空心弧 10"/>
            <p:cNvSpPr/>
            <p:nvPr/>
          </p:nvSpPr>
          <p:spPr>
            <a:xfrm>
              <a:off x="2523400" y="1765794"/>
              <a:ext cx="1866406" cy="1866406"/>
            </a:xfrm>
            <a:prstGeom prst="blockArc">
              <a:avLst>
                <a:gd name="adj1" fmla="val 10800000"/>
                <a:gd name="adj2" fmla="val 0"/>
                <a:gd name="adj3" fmla="val 9314"/>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2" name="空心弧 11"/>
            <p:cNvSpPr/>
            <p:nvPr/>
          </p:nvSpPr>
          <p:spPr>
            <a:xfrm>
              <a:off x="831550" y="1765794"/>
              <a:ext cx="1866406" cy="1866406"/>
            </a:xfrm>
            <a:prstGeom prst="blockArc">
              <a:avLst>
                <a:gd name="adj1" fmla="val 10800000"/>
                <a:gd name="adj2" fmla="val 0"/>
                <a:gd name="adj3" fmla="val 9314"/>
              </a:avLst>
            </a:prstGeom>
            <a:solidFill>
              <a:srgbClr val="1665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grpSp>
        <p:nvGrpSpPr>
          <p:cNvPr id="13" name="组合 12"/>
          <p:cNvGrpSpPr/>
          <p:nvPr/>
        </p:nvGrpSpPr>
        <p:grpSpPr>
          <a:xfrm>
            <a:off x="1281433" y="2866314"/>
            <a:ext cx="1056178" cy="1136313"/>
            <a:chOff x="1273195" y="2129962"/>
            <a:chExt cx="1056179" cy="1136313"/>
          </a:xfrm>
          <a:solidFill>
            <a:srgbClr val="E08648"/>
          </a:solidFill>
        </p:grpSpPr>
        <p:sp>
          <p:nvSpPr>
            <p:cNvPr id="14" name="椭圆 13"/>
            <p:cNvSpPr>
              <a:spLocks noChangeAspect="1"/>
            </p:cNvSpPr>
            <p:nvPr/>
          </p:nvSpPr>
          <p:spPr>
            <a:xfrm>
              <a:off x="1273195" y="238497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5" name="椭圆 14"/>
            <p:cNvSpPr>
              <a:spLocks noChangeAspect="1"/>
            </p:cNvSpPr>
            <p:nvPr/>
          </p:nvSpPr>
          <p:spPr>
            <a:xfrm>
              <a:off x="1364868" y="227229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6" name="椭圆 15"/>
            <p:cNvSpPr>
              <a:spLocks noChangeAspect="1"/>
            </p:cNvSpPr>
            <p:nvPr/>
          </p:nvSpPr>
          <p:spPr>
            <a:xfrm>
              <a:off x="1483544" y="218852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7" name="椭圆 16"/>
            <p:cNvSpPr>
              <a:spLocks noChangeAspect="1"/>
            </p:cNvSpPr>
            <p:nvPr/>
          </p:nvSpPr>
          <p:spPr>
            <a:xfrm>
              <a:off x="1620419" y="213987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8" name="椭圆 17"/>
            <p:cNvSpPr>
              <a:spLocks noChangeAspect="1"/>
            </p:cNvSpPr>
            <p:nvPr/>
          </p:nvSpPr>
          <p:spPr>
            <a:xfrm>
              <a:off x="1765343" y="212996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9" name="椭圆 18"/>
            <p:cNvSpPr>
              <a:spLocks noChangeAspect="1"/>
            </p:cNvSpPr>
            <p:nvPr/>
          </p:nvSpPr>
          <p:spPr>
            <a:xfrm>
              <a:off x="1907567" y="215951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0" name="椭圆 19"/>
            <p:cNvSpPr>
              <a:spLocks noChangeAspect="1"/>
            </p:cNvSpPr>
            <p:nvPr/>
          </p:nvSpPr>
          <p:spPr>
            <a:xfrm>
              <a:off x="2036544" y="222634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1" name="椭圆 20"/>
            <p:cNvSpPr>
              <a:spLocks noChangeAspect="1"/>
            </p:cNvSpPr>
            <p:nvPr/>
          </p:nvSpPr>
          <p:spPr>
            <a:xfrm>
              <a:off x="2142707" y="232549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2" name="椭圆 21"/>
            <p:cNvSpPr>
              <a:spLocks noChangeAspect="1"/>
            </p:cNvSpPr>
            <p:nvPr/>
          </p:nvSpPr>
          <p:spPr>
            <a:xfrm>
              <a:off x="2218183" y="244961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3" name="椭圆 22"/>
            <p:cNvSpPr>
              <a:spLocks noChangeAspect="1"/>
            </p:cNvSpPr>
            <p:nvPr/>
          </p:nvSpPr>
          <p:spPr>
            <a:xfrm>
              <a:off x="2257374" y="258948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4" name="椭圆 23"/>
            <p:cNvSpPr>
              <a:spLocks noChangeAspect="1"/>
            </p:cNvSpPr>
            <p:nvPr/>
          </p:nvSpPr>
          <p:spPr>
            <a:xfrm>
              <a:off x="2257374" y="2734749"/>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5" name="椭圆 24"/>
            <p:cNvSpPr>
              <a:spLocks noChangeAspect="1"/>
            </p:cNvSpPr>
            <p:nvPr/>
          </p:nvSpPr>
          <p:spPr>
            <a:xfrm>
              <a:off x="2218183" y="287462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6" name="椭圆 25"/>
            <p:cNvSpPr>
              <a:spLocks noChangeAspect="1"/>
            </p:cNvSpPr>
            <p:nvPr/>
          </p:nvSpPr>
          <p:spPr>
            <a:xfrm>
              <a:off x="2142707" y="299874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7" name="椭圆 26"/>
            <p:cNvSpPr>
              <a:spLocks noChangeAspect="1"/>
            </p:cNvSpPr>
            <p:nvPr/>
          </p:nvSpPr>
          <p:spPr>
            <a:xfrm>
              <a:off x="2036544" y="309789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8" name="椭圆 27"/>
            <p:cNvSpPr>
              <a:spLocks noChangeAspect="1"/>
            </p:cNvSpPr>
            <p:nvPr/>
          </p:nvSpPr>
          <p:spPr>
            <a:xfrm>
              <a:off x="1907567" y="316472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9" name="椭圆 28"/>
            <p:cNvSpPr>
              <a:spLocks noChangeAspect="1"/>
            </p:cNvSpPr>
            <p:nvPr/>
          </p:nvSpPr>
          <p:spPr>
            <a:xfrm>
              <a:off x="1765343" y="319427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grpSp>
        <p:nvGrpSpPr>
          <p:cNvPr id="30" name="组合 29"/>
          <p:cNvGrpSpPr/>
          <p:nvPr/>
        </p:nvGrpSpPr>
        <p:grpSpPr>
          <a:xfrm>
            <a:off x="3322799" y="2866314"/>
            <a:ext cx="708956" cy="1136313"/>
            <a:chOff x="3314564" y="2129962"/>
            <a:chExt cx="708955" cy="1136313"/>
          </a:xfrm>
          <a:solidFill>
            <a:srgbClr val="1C7C5A"/>
          </a:solidFill>
        </p:grpSpPr>
        <p:sp>
          <p:nvSpPr>
            <p:cNvPr id="31" name="椭圆 30"/>
            <p:cNvSpPr>
              <a:spLocks noChangeAspect="1"/>
            </p:cNvSpPr>
            <p:nvPr/>
          </p:nvSpPr>
          <p:spPr>
            <a:xfrm>
              <a:off x="3314564" y="213987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2" name="椭圆 31"/>
            <p:cNvSpPr>
              <a:spLocks noChangeAspect="1"/>
            </p:cNvSpPr>
            <p:nvPr/>
          </p:nvSpPr>
          <p:spPr>
            <a:xfrm>
              <a:off x="3459488" y="212996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3" name="椭圆 32"/>
            <p:cNvSpPr>
              <a:spLocks noChangeAspect="1"/>
            </p:cNvSpPr>
            <p:nvPr/>
          </p:nvSpPr>
          <p:spPr>
            <a:xfrm>
              <a:off x="3601712" y="215951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4" name="椭圆 33"/>
            <p:cNvSpPr>
              <a:spLocks noChangeAspect="1"/>
            </p:cNvSpPr>
            <p:nvPr/>
          </p:nvSpPr>
          <p:spPr>
            <a:xfrm>
              <a:off x="3730689" y="222634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5" name="椭圆 34"/>
            <p:cNvSpPr>
              <a:spLocks noChangeAspect="1"/>
            </p:cNvSpPr>
            <p:nvPr/>
          </p:nvSpPr>
          <p:spPr>
            <a:xfrm>
              <a:off x="3836852" y="232549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6" name="椭圆 35"/>
            <p:cNvSpPr>
              <a:spLocks noChangeAspect="1"/>
            </p:cNvSpPr>
            <p:nvPr/>
          </p:nvSpPr>
          <p:spPr>
            <a:xfrm>
              <a:off x="3912328" y="244961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7" name="椭圆 36"/>
            <p:cNvSpPr>
              <a:spLocks noChangeAspect="1"/>
            </p:cNvSpPr>
            <p:nvPr/>
          </p:nvSpPr>
          <p:spPr>
            <a:xfrm>
              <a:off x="3951519" y="258948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8" name="椭圆 37"/>
            <p:cNvSpPr>
              <a:spLocks noChangeAspect="1"/>
            </p:cNvSpPr>
            <p:nvPr/>
          </p:nvSpPr>
          <p:spPr>
            <a:xfrm>
              <a:off x="3951519" y="2734749"/>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9" name="椭圆 38"/>
            <p:cNvSpPr>
              <a:spLocks noChangeAspect="1"/>
            </p:cNvSpPr>
            <p:nvPr/>
          </p:nvSpPr>
          <p:spPr>
            <a:xfrm>
              <a:off x="3912328" y="287462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0" name="椭圆 39"/>
            <p:cNvSpPr>
              <a:spLocks noChangeAspect="1"/>
            </p:cNvSpPr>
            <p:nvPr/>
          </p:nvSpPr>
          <p:spPr>
            <a:xfrm>
              <a:off x="3836852" y="299874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1" name="椭圆 40"/>
            <p:cNvSpPr>
              <a:spLocks noChangeAspect="1"/>
            </p:cNvSpPr>
            <p:nvPr/>
          </p:nvSpPr>
          <p:spPr>
            <a:xfrm>
              <a:off x="3730689" y="309789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2" name="椭圆 41"/>
            <p:cNvSpPr>
              <a:spLocks noChangeAspect="1"/>
            </p:cNvSpPr>
            <p:nvPr/>
          </p:nvSpPr>
          <p:spPr>
            <a:xfrm>
              <a:off x="3601712" y="316472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3" name="椭圆 42"/>
            <p:cNvSpPr>
              <a:spLocks noChangeAspect="1"/>
            </p:cNvSpPr>
            <p:nvPr/>
          </p:nvSpPr>
          <p:spPr>
            <a:xfrm>
              <a:off x="3459488" y="319427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4" name="椭圆 43"/>
            <p:cNvSpPr>
              <a:spLocks noChangeAspect="1"/>
            </p:cNvSpPr>
            <p:nvPr/>
          </p:nvSpPr>
          <p:spPr>
            <a:xfrm>
              <a:off x="3314564" y="318436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grpSp>
        <p:nvGrpSpPr>
          <p:cNvPr id="45" name="组合 44"/>
          <p:cNvGrpSpPr/>
          <p:nvPr/>
        </p:nvGrpSpPr>
        <p:grpSpPr>
          <a:xfrm>
            <a:off x="5160047" y="2866315"/>
            <a:ext cx="564031" cy="1106758"/>
            <a:chOff x="5151809" y="2129962"/>
            <a:chExt cx="564031" cy="1106758"/>
          </a:xfrm>
          <a:solidFill>
            <a:srgbClr val="675E8C"/>
          </a:solidFill>
        </p:grpSpPr>
        <p:sp>
          <p:nvSpPr>
            <p:cNvPr id="46" name="椭圆 45"/>
            <p:cNvSpPr>
              <a:spLocks noChangeAspect="1"/>
            </p:cNvSpPr>
            <p:nvPr/>
          </p:nvSpPr>
          <p:spPr>
            <a:xfrm>
              <a:off x="5151809" y="212996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7" name="椭圆 46"/>
            <p:cNvSpPr>
              <a:spLocks noChangeAspect="1"/>
            </p:cNvSpPr>
            <p:nvPr/>
          </p:nvSpPr>
          <p:spPr>
            <a:xfrm>
              <a:off x="5294033" y="215951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8" name="椭圆 47"/>
            <p:cNvSpPr>
              <a:spLocks noChangeAspect="1"/>
            </p:cNvSpPr>
            <p:nvPr/>
          </p:nvSpPr>
          <p:spPr>
            <a:xfrm>
              <a:off x="5423010" y="222634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9" name="椭圆 48"/>
            <p:cNvSpPr>
              <a:spLocks noChangeAspect="1"/>
            </p:cNvSpPr>
            <p:nvPr/>
          </p:nvSpPr>
          <p:spPr>
            <a:xfrm>
              <a:off x="5529173" y="232549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0" name="椭圆 49"/>
            <p:cNvSpPr>
              <a:spLocks noChangeAspect="1"/>
            </p:cNvSpPr>
            <p:nvPr/>
          </p:nvSpPr>
          <p:spPr>
            <a:xfrm>
              <a:off x="5604649" y="244961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1" name="椭圆 50"/>
            <p:cNvSpPr>
              <a:spLocks noChangeAspect="1"/>
            </p:cNvSpPr>
            <p:nvPr/>
          </p:nvSpPr>
          <p:spPr>
            <a:xfrm>
              <a:off x="5643840" y="258948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2" name="椭圆 51"/>
            <p:cNvSpPr>
              <a:spLocks noChangeAspect="1"/>
            </p:cNvSpPr>
            <p:nvPr/>
          </p:nvSpPr>
          <p:spPr>
            <a:xfrm>
              <a:off x="5643840" y="2734749"/>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3" name="椭圆 52"/>
            <p:cNvSpPr>
              <a:spLocks noChangeAspect="1"/>
            </p:cNvSpPr>
            <p:nvPr/>
          </p:nvSpPr>
          <p:spPr>
            <a:xfrm>
              <a:off x="5604649" y="287462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4" name="椭圆 53"/>
            <p:cNvSpPr>
              <a:spLocks noChangeAspect="1"/>
            </p:cNvSpPr>
            <p:nvPr/>
          </p:nvSpPr>
          <p:spPr>
            <a:xfrm>
              <a:off x="5529173" y="299874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5" name="椭圆 54"/>
            <p:cNvSpPr>
              <a:spLocks noChangeAspect="1"/>
            </p:cNvSpPr>
            <p:nvPr/>
          </p:nvSpPr>
          <p:spPr>
            <a:xfrm>
              <a:off x="5423010" y="309789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6" name="椭圆 55"/>
            <p:cNvSpPr>
              <a:spLocks noChangeAspect="1"/>
            </p:cNvSpPr>
            <p:nvPr/>
          </p:nvSpPr>
          <p:spPr>
            <a:xfrm>
              <a:off x="5294033" y="316472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grpSp>
        <p:nvGrpSpPr>
          <p:cNvPr id="57" name="组合 56"/>
          <p:cNvGrpSpPr/>
          <p:nvPr/>
        </p:nvGrpSpPr>
        <p:grpSpPr>
          <a:xfrm>
            <a:off x="6578533" y="2866314"/>
            <a:ext cx="845830" cy="676787"/>
            <a:chOff x="6570296" y="2129962"/>
            <a:chExt cx="845830" cy="676787"/>
          </a:xfrm>
          <a:solidFill>
            <a:srgbClr val="E36C64"/>
          </a:solidFill>
        </p:grpSpPr>
        <p:sp>
          <p:nvSpPr>
            <p:cNvPr id="58" name="椭圆 57"/>
            <p:cNvSpPr>
              <a:spLocks noChangeAspect="1"/>
            </p:cNvSpPr>
            <p:nvPr/>
          </p:nvSpPr>
          <p:spPr>
            <a:xfrm>
              <a:off x="6570296" y="2188520"/>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9" name="椭圆 58"/>
            <p:cNvSpPr>
              <a:spLocks noChangeAspect="1"/>
            </p:cNvSpPr>
            <p:nvPr/>
          </p:nvSpPr>
          <p:spPr>
            <a:xfrm>
              <a:off x="6707171" y="2139875"/>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0" name="椭圆 59"/>
            <p:cNvSpPr>
              <a:spLocks noChangeAspect="1"/>
            </p:cNvSpPr>
            <p:nvPr/>
          </p:nvSpPr>
          <p:spPr>
            <a:xfrm>
              <a:off x="6852095" y="2129962"/>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1" name="椭圆 60"/>
            <p:cNvSpPr>
              <a:spLocks noChangeAspect="1"/>
            </p:cNvSpPr>
            <p:nvPr/>
          </p:nvSpPr>
          <p:spPr>
            <a:xfrm>
              <a:off x="6994319" y="215951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2" name="椭圆 61"/>
            <p:cNvSpPr>
              <a:spLocks noChangeAspect="1"/>
            </p:cNvSpPr>
            <p:nvPr/>
          </p:nvSpPr>
          <p:spPr>
            <a:xfrm>
              <a:off x="7123296" y="222634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3" name="椭圆 62"/>
            <p:cNvSpPr>
              <a:spLocks noChangeAspect="1"/>
            </p:cNvSpPr>
            <p:nvPr/>
          </p:nvSpPr>
          <p:spPr>
            <a:xfrm>
              <a:off x="7229459" y="2325496"/>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4" name="椭圆 63"/>
            <p:cNvSpPr>
              <a:spLocks noChangeAspect="1"/>
            </p:cNvSpPr>
            <p:nvPr/>
          </p:nvSpPr>
          <p:spPr>
            <a:xfrm>
              <a:off x="7304935" y="2449611"/>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5" name="椭圆 64"/>
            <p:cNvSpPr>
              <a:spLocks noChangeAspect="1"/>
            </p:cNvSpPr>
            <p:nvPr/>
          </p:nvSpPr>
          <p:spPr>
            <a:xfrm>
              <a:off x="7344126" y="2589487"/>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6" name="椭圆 65"/>
            <p:cNvSpPr>
              <a:spLocks noChangeAspect="1"/>
            </p:cNvSpPr>
            <p:nvPr/>
          </p:nvSpPr>
          <p:spPr>
            <a:xfrm>
              <a:off x="7344126" y="2734749"/>
              <a:ext cx="72000"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21519" name="文本框 66"/>
          <p:cNvSpPr txBox="1"/>
          <p:nvPr/>
        </p:nvSpPr>
        <p:spPr>
          <a:xfrm>
            <a:off x="1363663" y="3170238"/>
            <a:ext cx="806450" cy="523875"/>
          </a:xfrm>
          <a:prstGeom prst="rect">
            <a:avLst/>
          </a:prstGeom>
          <a:noFill/>
          <a:ln w="9525">
            <a:noFill/>
          </a:ln>
        </p:spPr>
        <p:txBody>
          <a:bodyPr wrap="none" anchor="t" anchorCtr="0">
            <a:spAutoFit/>
          </a:bodyPr>
          <a:p>
            <a:r>
              <a:rPr lang="en-US" altLang="zh-CN" sz="2800" dirty="0">
                <a:solidFill>
                  <a:srgbClr val="E08648"/>
                </a:solidFill>
                <a:latin typeface="Calibri" panose="020F0502020204030204" pitchFamily="34" charset="0"/>
                <a:ea typeface="Microsoft YaHei Light" panose="020B0502040204020203" pitchFamily="34" charset="-122"/>
              </a:rPr>
              <a:t>70%</a:t>
            </a:r>
            <a:endParaRPr lang="zh-CN" altLang="en-US" sz="2800" dirty="0">
              <a:solidFill>
                <a:srgbClr val="E08648"/>
              </a:solidFill>
              <a:latin typeface="Calibri" panose="020F0502020204030204" pitchFamily="34" charset="0"/>
              <a:ea typeface="Arial" panose="020B0604020202020204" pitchFamily="34" charset="0"/>
            </a:endParaRPr>
          </a:p>
        </p:txBody>
      </p:sp>
      <p:sp>
        <p:nvSpPr>
          <p:cNvPr id="21520" name="文本框 67"/>
          <p:cNvSpPr txBox="1"/>
          <p:nvPr/>
        </p:nvSpPr>
        <p:spPr>
          <a:xfrm>
            <a:off x="3057525" y="3170238"/>
            <a:ext cx="806450" cy="523875"/>
          </a:xfrm>
          <a:prstGeom prst="rect">
            <a:avLst/>
          </a:prstGeom>
          <a:noFill/>
          <a:ln w="9525">
            <a:noFill/>
          </a:ln>
        </p:spPr>
        <p:txBody>
          <a:bodyPr wrap="none" anchor="t" anchorCtr="0">
            <a:spAutoFit/>
          </a:bodyPr>
          <a:p>
            <a:r>
              <a:rPr lang="en-US" altLang="zh-CN" sz="2800" dirty="0">
                <a:solidFill>
                  <a:srgbClr val="1C7C5A"/>
                </a:solidFill>
                <a:latin typeface="Calibri" panose="020F0502020204030204" pitchFamily="34" charset="0"/>
                <a:ea typeface="Microsoft YaHei Light" panose="020B0502040204020203" pitchFamily="34" charset="-122"/>
              </a:rPr>
              <a:t>60%</a:t>
            </a:r>
            <a:endParaRPr lang="zh-CN" altLang="en-US" sz="2800" dirty="0">
              <a:solidFill>
                <a:srgbClr val="1C7C5A"/>
              </a:solidFill>
              <a:latin typeface="Calibri" panose="020F0502020204030204" pitchFamily="34" charset="0"/>
              <a:ea typeface="Arial" panose="020B0604020202020204" pitchFamily="34" charset="0"/>
            </a:endParaRPr>
          </a:p>
        </p:txBody>
      </p:sp>
      <p:sp>
        <p:nvSpPr>
          <p:cNvPr id="21521" name="文本框 68"/>
          <p:cNvSpPr txBox="1"/>
          <p:nvPr/>
        </p:nvSpPr>
        <p:spPr>
          <a:xfrm>
            <a:off x="4759325" y="3170238"/>
            <a:ext cx="806450" cy="523875"/>
          </a:xfrm>
          <a:prstGeom prst="rect">
            <a:avLst/>
          </a:prstGeom>
          <a:noFill/>
          <a:ln w="9525">
            <a:noFill/>
          </a:ln>
        </p:spPr>
        <p:txBody>
          <a:bodyPr wrap="none" anchor="t" anchorCtr="0">
            <a:spAutoFit/>
          </a:bodyPr>
          <a:p>
            <a:r>
              <a:rPr lang="en-US" altLang="zh-CN" sz="2800" dirty="0">
                <a:solidFill>
                  <a:srgbClr val="675E8C"/>
                </a:solidFill>
                <a:latin typeface="Calibri" panose="020F0502020204030204" pitchFamily="34" charset="0"/>
                <a:ea typeface="Microsoft YaHei Light" panose="020B0502040204020203" pitchFamily="34" charset="-122"/>
              </a:rPr>
              <a:t>50%</a:t>
            </a:r>
            <a:endParaRPr lang="zh-CN" altLang="en-US" sz="2800" dirty="0">
              <a:solidFill>
                <a:srgbClr val="675E8C"/>
              </a:solidFill>
              <a:latin typeface="Calibri" panose="020F0502020204030204" pitchFamily="34" charset="0"/>
              <a:ea typeface="Arial" panose="020B0604020202020204" pitchFamily="34" charset="0"/>
            </a:endParaRPr>
          </a:p>
        </p:txBody>
      </p:sp>
      <p:sp>
        <p:nvSpPr>
          <p:cNvPr id="21522" name="文本框 69"/>
          <p:cNvSpPr txBox="1"/>
          <p:nvPr/>
        </p:nvSpPr>
        <p:spPr>
          <a:xfrm>
            <a:off x="6450013" y="3170238"/>
            <a:ext cx="808037" cy="523875"/>
          </a:xfrm>
          <a:prstGeom prst="rect">
            <a:avLst/>
          </a:prstGeom>
          <a:noFill/>
          <a:ln w="9525">
            <a:noFill/>
          </a:ln>
        </p:spPr>
        <p:txBody>
          <a:bodyPr wrap="none" anchor="t" anchorCtr="0">
            <a:spAutoFit/>
          </a:bodyPr>
          <a:p>
            <a:r>
              <a:rPr lang="en-US" altLang="zh-CN" sz="2800" dirty="0">
                <a:solidFill>
                  <a:srgbClr val="E36C64"/>
                </a:solidFill>
                <a:latin typeface="Calibri" panose="020F0502020204030204" pitchFamily="34" charset="0"/>
                <a:ea typeface="Microsoft YaHei Light" panose="020B0502040204020203" pitchFamily="34" charset="-122"/>
              </a:rPr>
              <a:t>40%</a:t>
            </a:r>
            <a:endParaRPr lang="zh-CN" altLang="en-US" sz="2800" dirty="0">
              <a:solidFill>
                <a:srgbClr val="E36C64"/>
              </a:solidFill>
              <a:latin typeface="Calibri" panose="020F0502020204030204" pitchFamily="34" charset="0"/>
              <a:ea typeface="Arial" panose="020B0604020202020204" pitchFamily="34" charset="0"/>
            </a:endParaRPr>
          </a:p>
        </p:txBody>
      </p:sp>
      <p:sp>
        <p:nvSpPr>
          <p:cNvPr id="21523" name="矩形 70"/>
          <p:cNvSpPr/>
          <p:nvPr/>
        </p:nvSpPr>
        <p:spPr>
          <a:xfrm>
            <a:off x="8404225" y="2505075"/>
            <a:ext cx="2957513" cy="5238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1524" name="矩形 71"/>
          <p:cNvSpPr/>
          <p:nvPr/>
        </p:nvSpPr>
        <p:spPr>
          <a:xfrm>
            <a:off x="8404225" y="2241550"/>
            <a:ext cx="1509713" cy="338138"/>
          </a:xfrm>
          <a:prstGeom prst="rect">
            <a:avLst/>
          </a:prstGeom>
          <a:noFill/>
          <a:ln w="9525">
            <a:noFill/>
          </a:ln>
        </p:spPr>
        <p:txBody>
          <a:bodyPr wrap="none" anchor="t" anchorCtr="0">
            <a:spAutoFit/>
          </a:bodyPr>
          <a:p>
            <a:r>
              <a:rPr lang="en-US" altLang="zh-CN" sz="1600" dirty="0">
                <a:solidFill>
                  <a:schemeClr val="bg1"/>
                </a:solidFill>
                <a:latin typeface="Calibri Light" panose="020F0302020204030204" pitchFamily="34" charset="0"/>
                <a:ea typeface="Microsoft YaHei Light" panose="020B0502040204020203" pitchFamily="34" charset="-122"/>
              </a:rPr>
              <a:t>ADD YOUR TEXT</a:t>
            </a:r>
            <a:endParaRPr lang="en-US" altLang="zh-CN" sz="1600" dirty="0">
              <a:solidFill>
                <a:schemeClr val="bg1"/>
              </a:solidFill>
              <a:latin typeface="Calibri Light" panose="020F0302020204030204" pitchFamily="34" charset="0"/>
              <a:ea typeface="Arial" panose="020B0604020202020204" pitchFamily="34" charset="0"/>
            </a:endParaRPr>
          </a:p>
        </p:txBody>
      </p:sp>
      <p:sp>
        <p:nvSpPr>
          <p:cNvPr id="21525" name="矩形 72"/>
          <p:cNvSpPr/>
          <p:nvPr/>
        </p:nvSpPr>
        <p:spPr>
          <a:xfrm>
            <a:off x="8404225" y="3357563"/>
            <a:ext cx="2957513" cy="5238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1526" name="矩形 73"/>
          <p:cNvSpPr/>
          <p:nvPr/>
        </p:nvSpPr>
        <p:spPr>
          <a:xfrm>
            <a:off x="8404225" y="3094038"/>
            <a:ext cx="1509713" cy="338137"/>
          </a:xfrm>
          <a:prstGeom prst="rect">
            <a:avLst/>
          </a:prstGeom>
          <a:noFill/>
          <a:ln w="9525">
            <a:noFill/>
          </a:ln>
        </p:spPr>
        <p:txBody>
          <a:bodyPr wrap="none" anchor="t" anchorCtr="0">
            <a:spAutoFit/>
          </a:bodyPr>
          <a:p>
            <a:r>
              <a:rPr lang="en-US" altLang="zh-CN" sz="1600" dirty="0">
                <a:solidFill>
                  <a:schemeClr val="bg1"/>
                </a:solidFill>
                <a:latin typeface="Calibri Light" panose="020F0302020204030204" pitchFamily="34" charset="0"/>
                <a:ea typeface="Microsoft YaHei Light" panose="020B0502040204020203" pitchFamily="34" charset="-122"/>
              </a:rPr>
              <a:t>ADD YOUR TEXT</a:t>
            </a:r>
            <a:endParaRPr lang="en-US" altLang="zh-CN" sz="1600" dirty="0">
              <a:solidFill>
                <a:schemeClr val="bg1"/>
              </a:solidFill>
              <a:latin typeface="Calibri Light" panose="020F0302020204030204" pitchFamily="34" charset="0"/>
              <a:ea typeface="Arial" panose="020B0604020202020204" pitchFamily="34" charset="0"/>
            </a:endParaRPr>
          </a:p>
        </p:txBody>
      </p:sp>
      <p:sp>
        <p:nvSpPr>
          <p:cNvPr id="21527" name="矩形 74"/>
          <p:cNvSpPr/>
          <p:nvPr/>
        </p:nvSpPr>
        <p:spPr>
          <a:xfrm>
            <a:off x="8404225" y="4211638"/>
            <a:ext cx="2957513" cy="522287"/>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1528" name="矩形 75"/>
          <p:cNvSpPr/>
          <p:nvPr/>
        </p:nvSpPr>
        <p:spPr>
          <a:xfrm>
            <a:off x="8404225" y="3946525"/>
            <a:ext cx="1509713" cy="339725"/>
          </a:xfrm>
          <a:prstGeom prst="rect">
            <a:avLst/>
          </a:prstGeom>
          <a:noFill/>
          <a:ln w="9525">
            <a:noFill/>
          </a:ln>
        </p:spPr>
        <p:txBody>
          <a:bodyPr wrap="none" anchor="t" anchorCtr="0">
            <a:spAutoFit/>
          </a:bodyPr>
          <a:p>
            <a:r>
              <a:rPr lang="en-US" altLang="zh-CN" sz="1600" dirty="0">
                <a:solidFill>
                  <a:schemeClr val="bg1"/>
                </a:solidFill>
                <a:latin typeface="Calibri Light" panose="020F0302020204030204" pitchFamily="34" charset="0"/>
                <a:ea typeface="Microsoft YaHei Light" panose="020B0502040204020203" pitchFamily="34" charset="-122"/>
              </a:rPr>
              <a:t>ADD YOUR TEXT</a:t>
            </a:r>
            <a:endParaRPr lang="en-US" altLang="zh-CN" sz="1600" dirty="0">
              <a:solidFill>
                <a:schemeClr val="bg1"/>
              </a:solidFill>
              <a:latin typeface="Calibri Light" panose="020F0302020204030204" pitchFamily="34" charset="0"/>
              <a:ea typeface="Arial" panose="020B0604020202020204" pitchFamily="34" charset="0"/>
            </a:endParaRPr>
          </a:p>
        </p:txBody>
      </p:sp>
      <p:sp>
        <p:nvSpPr>
          <p:cNvPr id="21529" name="矩形 76"/>
          <p:cNvSpPr/>
          <p:nvPr/>
        </p:nvSpPr>
        <p:spPr>
          <a:xfrm>
            <a:off x="8404225" y="5064125"/>
            <a:ext cx="2957513" cy="5238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1530" name="矩形 77"/>
          <p:cNvSpPr/>
          <p:nvPr/>
        </p:nvSpPr>
        <p:spPr>
          <a:xfrm>
            <a:off x="8404225" y="4800600"/>
            <a:ext cx="1509713" cy="338138"/>
          </a:xfrm>
          <a:prstGeom prst="rect">
            <a:avLst/>
          </a:prstGeom>
          <a:noFill/>
          <a:ln w="9525">
            <a:noFill/>
          </a:ln>
        </p:spPr>
        <p:txBody>
          <a:bodyPr wrap="none" anchor="t" anchorCtr="0">
            <a:spAutoFit/>
          </a:bodyPr>
          <a:p>
            <a:r>
              <a:rPr lang="en-US" altLang="zh-CN" sz="1600" dirty="0">
                <a:solidFill>
                  <a:schemeClr val="bg1"/>
                </a:solidFill>
                <a:latin typeface="Calibri Light" panose="020F0302020204030204" pitchFamily="34" charset="0"/>
                <a:ea typeface="Microsoft YaHei Light" panose="020B0502040204020203" pitchFamily="34" charset="-122"/>
              </a:rPr>
              <a:t>ADD YOUR TEXT</a:t>
            </a:r>
            <a:endParaRPr lang="en-US" altLang="zh-CN" sz="1600" dirty="0">
              <a:solidFill>
                <a:schemeClr val="bg1"/>
              </a:solidFill>
              <a:latin typeface="Calibri Light" panose="020F0302020204030204" pitchFamily="34" charset="0"/>
              <a:ea typeface="Arial" panose="020B0604020202020204" pitchFamily="34" charset="0"/>
            </a:endParaRPr>
          </a:p>
        </p:txBody>
      </p:sp>
      <p:sp>
        <p:nvSpPr>
          <p:cNvPr id="21531" name="矩形 78"/>
          <p:cNvSpPr/>
          <p:nvPr/>
        </p:nvSpPr>
        <p:spPr>
          <a:xfrm>
            <a:off x="849313" y="4578350"/>
            <a:ext cx="6934200" cy="1168400"/>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vehicula elementum sed sit amet dui. Quisque velit nisi. pretium ut lacinia in. elementum id enim. Vestibulum ac diam sit amet quam vehicula elementum. </a:t>
            </a:r>
            <a:endParaRPr lang="zh-CN" altLang="en-US" sz="1400" dirty="0">
              <a:solidFill>
                <a:schemeClr val="bg1"/>
              </a:solidFill>
              <a:latin typeface="Calibri" panose="020F0502020204030204" pitchFamily="34" charset="0"/>
              <a:ea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grpSp>
        <p:nvGrpSpPr>
          <p:cNvPr id="22530" name="组合 2"/>
          <p:cNvGrpSpPr/>
          <p:nvPr/>
        </p:nvGrpSpPr>
        <p:grpSpPr>
          <a:xfrm>
            <a:off x="6896100" y="1403350"/>
            <a:ext cx="6397625" cy="6527800"/>
            <a:chOff x="6894300" y="779786"/>
            <a:chExt cx="6398268" cy="6528610"/>
          </a:xfrm>
        </p:grpSpPr>
        <p:sp>
          <p:nvSpPr>
            <p:cNvPr id="5" name="空心弧 4"/>
            <p:cNvSpPr/>
            <p:nvPr/>
          </p:nvSpPr>
          <p:spPr>
            <a:xfrm rot="8065774">
              <a:off x="8008325" y="1957329"/>
              <a:ext cx="4142620" cy="4142620"/>
            </a:xfrm>
            <a:prstGeom prst="blockArc">
              <a:avLst>
                <a:gd name="adj1" fmla="val 10689728"/>
                <a:gd name="adj2" fmla="val 34534"/>
                <a:gd name="adj3" fmla="val 3576"/>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6" name="空心弧 5"/>
            <p:cNvSpPr/>
            <p:nvPr/>
          </p:nvSpPr>
          <p:spPr>
            <a:xfrm rot="18179465" flipH="1">
              <a:off x="11098008" y="779786"/>
              <a:ext cx="2194560" cy="2194560"/>
            </a:xfrm>
            <a:prstGeom prst="blockArc">
              <a:avLst>
                <a:gd name="adj1" fmla="val 12768580"/>
                <a:gd name="adj2" fmla="val 20706870"/>
                <a:gd name="adj3" fmla="val 6908"/>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7" name="空心弧 6"/>
            <p:cNvSpPr/>
            <p:nvPr/>
          </p:nvSpPr>
          <p:spPr>
            <a:xfrm rot="19537149">
              <a:off x="6894300" y="5113836"/>
              <a:ext cx="2194560" cy="2194560"/>
            </a:xfrm>
            <a:prstGeom prst="blockArc">
              <a:avLst>
                <a:gd name="adj1" fmla="val 12768580"/>
                <a:gd name="adj2" fmla="val 20846844"/>
                <a:gd name="adj3" fmla="val 6651"/>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cs"/>
              </a:endParaRPr>
            </a:p>
          </p:txBody>
        </p:sp>
      </p:grpSp>
      <p:graphicFrame>
        <p:nvGraphicFramePr>
          <p:cNvPr id="22534" name="图表 7"/>
          <p:cNvGraphicFramePr/>
          <p:nvPr/>
        </p:nvGraphicFramePr>
        <p:xfrm>
          <a:off x="8350250" y="2978150"/>
          <a:ext cx="3460750" cy="3346450"/>
        </p:xfrm>
        <a:graphic>
          <a:graphicData uri="http://schemas.openxmlformats.org/presentationml/2006/ole">
            <mc:AlternateContent xmlns:mc="http://schemas.openxmlformats.org/markup-compatibility/2006">
              <mc:Choice xmlns:v="urn:schemas-microsoft-com:vml" Requires="v">
                <p:oleObj spid="_x0000_s3078" name="" r:id="rId1" imgW="3468370" imgH="3352800" progId="Excel.Chart.8">
                  <p:embed/>
                </p:oleObj>
              </mc:Choice>
              <mc:Fallback>
                <p:oleObj name="" r:id="rId1" imgW="3468370" imgH="3352800" progId="Excel.Chart.8">
                  <p:embed/>
                  <p:pic>
                    <p:nvPicPr>
                      <p:cNvPr id="0" name="Picture 3077"/>
                      <p:cNvPicPr/>
                      <p:nvPr/>
                    </p:nvPicPr>
                    <p:blipFill>
                      <a:blip r:embed="rId2"/>
                      <a:stretch>
                        <a:fillRect/>
                      </a:stretch>
                    </p:blipFill>
                    <p:spPr>
                      <a:xfrm>
                        <a:off x="8350250" y="2978150"/>
                        <a:ext cx="3460750" cy="3346450"/>
                      </a:xfrm>
                      <a:prstGeom prst="rect">
                        <a:avLst/>
                      </a:prstGeom>
                      <a:noFill/>
                      <a:ln w="38100">
                        <a:noFill/>
                        <a:miter/>
                      </a:ln>
                    </p:spPr>
                  </p:pic>
                </p:oleObj>
              </mc:Fallback>
            </mc:AlternateContent>
          </a:graphicData>
        </a:graphic>
      </p:graphicFrame>
      <p:sp>
        <p:nvSpPr>
          <p:cNvPr id="22535" name="矩形 8"/>
          <p:cNvSpPr/>
          <p:nvPr/>
        </p:nvSpPr>
        <p:spPr>
          <a:xfrm>
            <a:off x="5910263" y="3286125"/>
            <a:ext cx="1811337" cy="368300"/>
          </a:xfrm>
          <a:prstGeom prst="rect">
            <a:avLst/>
          </a:prstGeom>
          <a:noFill/>
          <a:ln w="9525">
            <a:noFill/>
          </a:ln>
        </p:spPr>
        <p:txBody>
          <a:bodyPr anchor="t" anchorCtr="0">
            <a:spAutoFit/>
          </a:bodyPr>
          <a:p>
            <a:pPr algn="r"/>
            <a:r>
              <a:rPr lang="zh-CN" altLang="en-US" dirty="0">
                <a:solidFill>
                  <a:srgbClr val="E36C64"/>
                </a:solidFill>
                <a:latin typeface="Calibri Light" panose="020F0302020204030204" pitchFamily="34" charset="0"/>
                <a:ea typeface="Microsoft YaHei Light" panose="020B0502040204020203" pitchFamily="34" charset="-122"/>
              </a:rPr>
              <a:t>ADD YOUR TEXT</a:t>
            </a:r>
            <a:endParaRPr lang="zh-CN" altLang="en-US" dirty="0">
              <a:solidFill>
                <a:srgbClr val="E36C64"/>
              </a:solidFill>
              <a:latin typeface="Calibri Light" panose="020F0302020204030204" pitchFamily="34" charset="0"/>
              <a:ea typeface="Arial" panose="020B0604020202020204" pitchFamily="34" charset="0"/>
            </a:endParaRPr>
          </a:p>
        </p:txBody>
      </p:sp>
      <p:sp>
        <p:nvSpPr>
          <p:cNvPr id="22536" name="矩形 9"/>
          <p:cNvSpPr/>
          <p:nvPr/>
        </p:nvSpPr>
        <p:spPr>
          <a:xfrm>
            <a:off x="5160963" y="3568700"/>
            <a:ext cx="3043237" cy="522288"/>
          </a:xfrm>
          <a:prstGeom prst="rect">
            <a:avLst/>
          </a:prstGeom>
          <a:noFill/>
          <a:ln w="9525">
            <a:noFill/>
          </a:ln>
        </p:spPr>
        <p:txBody>
          <a:bodyPr anchor="t" anchorCtr="0">
            <a:spAutoFit/>
          </a:bodyPr>
          <a:p>
            <a:pPr algn="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2537" name="文本框 10"/>
          <p:cNvSpPr txBox="1"/>
          <p:nvPr/>
        </p:nvSpPr>
        <p:spPr>
          <a:xfrm>
            <a:off x="7602538" y="3286125"/>
            <a:ext cx="627062" cy="400050"/>
          </a:xfrm>
          <a:prstGeom prst="rect">
            <a:avLst/>
          </a:prstGeom>
          <a:noFill/>
          <a:ln w="9525">
            <a:noFill/>
          </a:ln>
        </p:spPr>
        <p:txBody>
          <a:bodyPr wrap="none" anchor="t" anchorCtr="0">
            <a:spAutoFit/>
          </a:bodyPr>
          <a:p>
            <a:r>
              <a:rPr lang="en-US" altLang="zh-CN" sz="2000" dirty="0">
                <a:solidFill>
                  <a:srgbClr val="E36C64"/>
                </a:solidFill>
                <a:latin typeface="Calibri" panose="020F0502020204030204" pitchFamily="34" charset="0"/>
                <a:ea typeface="Microsoft YaHei Light" panose="020B0502040204020203" pitchFamily="34" charset="-122"/>
              </a:rPr>
              <a:t>10%</a:t>
            </a:r>
            <a:endParaRPr lang="zh-CN" altLang="en-US" sz="2000" dirty="0">
              <a:solidFill>
                <a:srgbClr val="E36C64"/>
              </a:solidFill>
              <a:latin typeface="Calibri" panose="020F0502020204030204" pitchFamily="34" charset="0"/>
              <a:ea typeface="Arial" panose="020B0604020202020204" pitchFamily="34" charset="0"/>
            </a:endParaRPr>
          </a:p>
        </p:txBody>
      </p:sp>
      <p:sp>
        <p:nvSpPr>
          <p:cNvPr id="22538" name="矩形 11"/>
          <p:cNvSpPr/>
          <p:nvPr/>
        </p:nvSpPr>
        <p:spPr>
          <a:xfrm>
            <a:off x="5634038" y="4637088"/>
            <a:ext cx="1809750" cy="369887"/>
          </a:xfrm>
          <a:prstGeom prst="rect">
            <a:avLst/>
          </a:prstGeom>
          <a:noFill/>
          <a:ln w="9525">
            <a:noFill/>
          </a:ln>
        </p:spPr>
        <p:txBody>
          <a:bodyPr anchor="t" anchorCtr="0">
            <a:spAutoFit/>
          </a:bodyPr>
          <a:p>
            <a:pPr algn="r"/>
            <a:r>
              <a:rPr lang="zh-CN" altLang="en-US" dirty="0">
                <a:solidFill>
                  <a:srgbClr val="675E8C"/>
                </a:solidFill>
                <a:latin typeface="Calibri Light" panose="020F0302020204030204" pitchFamily="34" charset="0"/>
                <a:ea typeface="Microsoft YaHei Light" panose="020B0502040204020203" pitchFamily="34" charset="-122"/>
              </a:rPr>
              <a:t>ADD YOUR TEXT</a:t>
            </a:r>
            <a:endParaRPr lang="zh-CN" altLang="en-US" dirty="0">
              <a:solidFill>
                <a:srgbClr val="675E8C"/>
              </a:solidFill>
              <a:latin typeface="Calibri Light" panose="020F0302020204030204" pitchFamily="34" charset="0"/>
              <a:ea typeface="Arial" panose="020B0604020202020204" pitchFamily="34" charset="0"/>
            </a:endParaRPr>
          </a:p>
        </p:txBody>
      </p:sp>
      <p:sp>
        <p:nvSpPr>
          <p:cNvPr id="22539" name="矩形 12"/>
          <p:cNvSpPr/>
          <p:nvPr/>
        </p:nvSpPr>
        <p:spPr>
          <a:xfrm>
            <a:off x="4884738" y="4919663"/>
            <a:ext cx="3041650" cy="522287"/>
          </a:xfrm>
          <a:prstGeom prst="rect">
            <a:avLst/>
          </a:prstGeom>
          <a:noFill/>
          <a:ln w="9525">
            <a:noFill/>
          </a:ln>
        </p:spPr>
        <p:txBody>
          <a:bodyPr anchor="t" anchorCtr="0">
            <a:spAutoFit/>
          </a:bodyPr>
          <a:p>
            <a:pPr algn="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2540" name="文本框 13"/>
          <p:cNvSpPr txBox="1"/>
          <p:nvPr/>
        </p:nvSpPr>
        <p:spPr>
          <a:xfrm>
            <a:off x="7324725" y="4637088"/>
            <a:ext cx="627063" cy="400050"/>
          </a:xfrm>
          <a:prstGeom prst="rect">
            <a:avLst/>
          </a:prstGeom>
          <a:noFill/>
          <a:ln w="9525">
            <a:noFill/>
          </a:ln>
        </p:spPr>
        <p:txBody>
          <a:bodyPr wrap="none" anchor="t" anchorCtr="0">
            <a:spAutoFit/>
          </a:bodyPr>
          <a:p>
            <a:r>
              <a:rPr lang="en-US" altLang="zh-CN" sz="2000" dirty="0">
                <a:solidFill>
                  <a:srgbClr val="675E8C"/>
                </a:solidFill>
                <a:latin typeface="Calibri" panose="020F0502020204030204" pitchFamily="34" charset="0"/>
                <a:ea typeface="Microsoft YaHei Light" panose="020B0502040204020203" pitchFamily="34" charset="-122"/>
              </a:rPr>
              <a:t>23%</a:t>
            </a:r>
            <a:endParaRPr lang="zh-CN" altLang="en-US" sz="2000" dirty="0">
              <a:solidFill>
                <a:srgbClr val="675E8C"/>
              </a:solidFill>
              <a:latin typeface="Calibri" panose="020F0502020204030204" pitchFamily="34" charset="0"/>
              <a:ea typeface="Arial" panose="020B0604020202020204" pitchFamily="34" charset="0"/>
            </a:endParaRPr>
          </a:p>
        </p:txBody>
      </p:sp>
      <p:sp>
        <p:nvSpPr>
          <p:cNvPr id="22541" name="矩形 14"/>
          <p:cNvSpPr/>
          <p:nvPr/>
        </p:nvSpPr>
        <p:spPr>
          <a:xfrm>
            <a:off x="7037388" y="2265363"/>
            <a:ext cx="1809750" cy="368300"/>
          </a:xfrm>
          <a:prstGeom prst="rect">
            <a:avLst/>
          </a:prstGeom>
          <a:noFill/>
          <a:ln w="9525">
            <a:noFill/>
          </a:ln>
        </p:spPr>
        <p:txBody>
          <a:bodyPr anchor="t" anchorCtr="0">
            <a:spAutoFit/>
          </a:bodyPr>
          <a:p>
            <a:pPr algn="r"/>
            <a:r>
              <a:rPr lang="zh-CN" altLang="en-US" dirty="0">
                <a:solidFill>
                  <a:srgbClr val="E08648"/>
                </a:solidFill>
                <a:latin typeface="Calibri Light" panose="020F0302020204030204" pitchFamily="34" charset="0"/>
                <a:ea typeface="Microsoft YaHei Light" panose="020B0502040204020203" pitchFamily="34" charset="-122"/>
              </a:rPr>
              <a:t>ADD YOUR TEXT</a:t>
            </a:r>
            <a:endParaRPr lang="zh-CN" altLang="en-US" dirty="0">
              <a:solidFill>
                <a:srgbClr val="E08648"/>
              </a:solidFill>
              <a:latin typeface="Calibri Light" panose="020F0302020204030204" pitchFamily="34" charset="0"/>
              <a:ea typeface="Arial" panose="020B0604020202020204" pitchFamily="34" charset="0"/>
            </a:endParaRPr>
          </a:p>
        </p:txBody>
      </p:sp>
      <p:sp>
        <p:nvSpPr>
          <p:cNvPr id="22542" name="矩形 15"/>
          <p:cNvSpPr/>
          <p:nvPr/>
        </p:nvSpPr>
        <p:spPr>
          <a:xfrm>
            <a:off x="6181725" y="2547938"/>
            <a:ext cx="3041650" cy="522287"/>
          </a:xfrm>
          <a:prstGeom prst="rect">
            <a:avLst/>
          </a:prstGeom>
          <a:noFill/>
          <a:ln w="9525">
            <a:noFill/>
          </a:ln>
        </p:spPr>
        <p:txBody>
          <a:bodyPr anchor="t" anchorCtr="0">
            <a:spAutoFit/>
          </a:bodyPr>
          <a:p>
            <a:pPr algn="r"/>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2543" name="文本框 16"/>
          <p:cNvSpPr txBox="1"/>
          <p:nvPr/>
        </p:nvSpPr>
        <p:spPr>
          <a:xfrm>
            <a:off x="8728075" y="2265363"/>
            <a:ext cx="496888" cy="400050"/>
          </a:xfrm>
          <a:prstGeom prst="rect">
            <a:avLst/>
          </a:prstGeom>
          <a:noFill/>
          <a:ln w="9525">
            <a:noFill/>
          </a:ln>
        </p:spPr>
        <p:txBody>
          <a:bodyPr wrap="none" anchor="t" anchorCtr="0">
            <a:spAutoFit/>
          </a:bodyPr>
          <a:p>
            <a:r>
              <a:rPr lang="en-US" altLang="zh-CN" sz="2000" dirty="0">
                <a:solidFill>
                  <a:srgbClr val="E08648"/>
                </a:solidFill>
                <a:latin typeface="Calibri" panose="020F0502020204030204" pitchFamily="34" charset="0"/>
                <a:ea typeface="Microsoft YaHei Light" panose="020B0502040204020203" pitchFamily="34" charset="-122"/>
              </a:rPr>
              <a:t>9%</a:t>
            </a:r>
            <a:endParaRPr lang="zh-CN" altLang="en-US" sz="2000" dirty="0">
              <a:solidFill>
                <a:srgbClr val="E08648"/>
              </a:solidFill>
              <a:latin typeface="Calibri" panose="020F0502020204030204" pitchFamily="34" charset="0"/>
              <a:ea typeface="Arial" panose="020B0604020202020204" pitchFamily="34" charset="0"/>
            </a:endParaRPr>
          </a:p>
        </p:txBody>
      </p:sp>
      <p:cxnSp>
        <p:nvCxnSpPr>
          <p:cNvPr id="18" name="直接连接符 17"/>
          <p:cNvCxnSpPr/>
          <p:nvPr/>
        </p:nvCxnSpPr>
        <p:spPr>
          <a:xfrm>
            <a:off x="7993063" y="4903788"/>
            <a:ext cx="422275" cy="103188"/>
          </a:xfrm>
          <a:prstGeom prst="line">
            <a:avLst/>
          </a:prstGeom>
          <a:ln w="12700">
            <a:solidFill>
              <a:srgbClr val="675E8C"/>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12150" y="3648075"/>
            <a:ext cx="422275" cy="103188"/>
          </a:xfrm>
          <a:prstGeom prst="line">
            <a:avLst/>
          </a:prstGeom>
          <a:ln w="12700">
            <a:solidFill>
              <a:srgbClr val="E36C64"/>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332913" y="2640013"/>
            <a:ext cx="423863" cy="455613"/>
          </a:xfrm>
          <a:prstGeom prst="line">
            <a:avLst/>
          </a:prstGeom>
          <a:ln w="12700">
            <a:solidFill>
              <a:srgbClr val="E08648"/>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22547" name="矩形 20"/>
          <p:cNvSpPr/>
          <p:nvPr/>
        </p:nvSpPr>
        <p:spPr>
          <a:xfrm>
            <a:off x="895350" y="2679700"/>
            <a:ext cx="3349625" cy="2892425"/>
          </a:xfrm>
          <a:prstGeom prst="rect">
            <a:avLst/>
          </a:prstGeom>
          <a:noFill/>
          <a:ln w="9525">
            <a:noFill/>
          </a:ln>
        </p:spPr>
        <p:txBody>
          <a:bodyPr wrap="square"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a:t>
            </a:r>
            <a:r>
              <a:rPr lang="en-US" altLang="zh-CN" sz="1400" dirty="0">
                <a:solidFill>
                  <a:schemeClr val="bg1"/>
                </a:solidFill>
                <a:latin typeface="Calibri" panose="020F0502020204030204" pitchFamily="34" charset="0"/>
                <a:ea typeface="Microsoft YaHei Light" panose="020B0502040204020203" pitchFamily="34" charset="-122"/>
              </a:rPr>
              <a:t>.</a:t>
            </a:r>
            <a:r>
              <a:rPr lang="zh-CN" altLang="en-US" sz="1400" dirty="0">
                <a:solidFill>
                  <a:schemeClr val="bg1"/>
                </a:solidFill>
                <a:latin typeface="Calibri" panose="020F0502020204030204" pitchFamily="34" charset="0"/>
                <a:ea typeface="Microsoft YaHei Light" panose="020B0502040204020203" pitchFamily="34" charset="-122"/>
              </a:rPr>
              <a:t> Vestibulum ante ipsum primis in faucibus orci luctus et ultrices posuere cubilia</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Microsoft YaHei Light" panose="020B0502040204020203" pitchFamily="34" charset="-122"/>
            </a:endParaRPr>
          </a:p>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a:t>
            </a:r>
            <a:endParaRPr lang="zh-CN" altLang="en-US" sz="1400" dirty="0">
              <a:solidFill>
                <a:schemeClr val="bg1"/>
              </a:solidFill>
              <a:latin typeface="Calibri" panose="020F0502020204030204" pitchFamily="34" charset="0"/>
              <a:ea typeface="Microsoft YaHei Light" panose="020B0502040204020203" pitchFamily="34" charset="-122"/>
            </a:endParaRPr>
          </a:p>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a:t>
            </a:r>
            <a:r>
              <a:rPr lang="en-US" altLang="zh-CN" sz="1400" dirty="0">
                <a:solidFill>
                  <a:schemeClr val="bg1"/>
                </a:solidFill>
                <a:latin typeface="Calibri" panose="020F0502020204030204" pitchFamily="34" charset="0"/>
                <a:ea typeface="Microsoft YaHei Light" panose="020B0502040204020203" pitchFamily="34" charset="-122"/>
              </a:rPr>
              <a:t>.</a:t>
            </a:r>
            <a:r>
              <a:rPr lang="zh-CN" altLang="en-US" sz="1400" dirty="0">
                <a:solidFill>
                  <a:schemeClr val="bg1"/>
                </a:solidFill>
                <a:latin typeface="Calibri" panose="020F0502020204030204" pitchFamily="34" charset="0"/>
                <a:ea typeface="Microsoft YaHei Light" panose="020B0502040204020203" pitchFamily="34" charset="-122"/>
              </a:rPr>
              <a:t> Vestibulum ante ipsum primis in faucibus orci luctus et ultrices posuere cubilia</a:t>
            </a:r>
            <a:r>
              <a:rPr lang="en-US" altLang="zh-CN" sz="1400" dirty="0">
                <a:solidFill>
                  <a:schemeClr val="bg1"/>
                </a:solidFill>
                <a:latin typeface="Calibri" panose="020F0502020204030204" pitchFamily="34" charset="0"/>
                <a:ea typeface="Microsoft YaHei Light" panose="020B0502040204020203" pitchFamily="34" charset="-122"/>
              </a:rPr>
              <a:t>.</a:t>
            </a:r>
            <a:endParaRPr lang="zh-CN" altLang="en-US" sz="1400" dirty="0">
              <a:solidFill>
                <a:schemeClr val="bg1"/>
              </a:solidFill>
              <a:latin typeface="Calibri" panose="020F0502020204030204" pitchFamily="34" charset="0"/>
              <a:ea typeface="Microsoft YaHei Light" panose="020B0502040204020203" pitchFamily="34" charset="-122"/>
            </a:endParaRPr>
          </a:p>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a:t>
            </a:r>
            <a:endParaRPr lang="zh-CN" altLang="en-US" sz="1400" dirty="0">
              <a:solidFill>
                <a:schemeClr val="bg1"/>
              </a:solidFill>
              <a:latin typeface="Calibri" panose="020F0502020204030204" pitchFamily="34" charset="0"/>
              <a:ea typeface="Microsoft YaHei Light" panose="020B0502040204020203" pitchFamily="34" charset="-122"/>
            </a:endParaRPr>
          </a:p>
          <a:p>
            <a:endParaRPr lang="zh-CN" altLang="en-US" sz="1400" dirty="0">
              <a:solidFill>
                <a:schemeClr val="bg1"/>
              </a:solidFill>
              <a:latin typeface="Calibri" panose="020F0502020204030204" pitchFamily="34" charset="0"/>
              <a:ea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sp>
        <p:nvSpPr>
          <p:cNvPr id="3" name="圆角矩形 2"/>
          <p:cNvSpPr/>
          <p:nvPr/>
        </p:nvSpPr>
        <p:spPr>
          <a:xfrm>
            <a:off x="1244600" y="2568575"/>
            <a:ext cx="4102100" cy="393700"/>
          </a:xfrm>
          <a:prstGeom prst="roundRect">
            <a:avLst>
              <a:gd name="adj" fmla="val 5000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5" name="圆角矩形 4"/>
          <p:cNvSpPr/>
          <p:nvPr/>
        </p:nvSpPr>
        <p:spPr>
          <a:xfrm>
            <a:off x="1244600" y="3392488"/>
            <a:ext cx="4102100" cy="393700"/>
          </a:xfrm>
          <a:prstGeom prst="roundRect">
            <a:avLst>
              <a:gd name="adj" fmla="val 5000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 name="圆角矩形 5"/>
          <p:cNvSpPr/>
          <p:nvPr/>
        </p:nvSpPr>
        <p:spPr>
          <a:xfrm>
            <a:off x="1244600" y="4217988"/>
            <a:ext cx="4102100" cy="393700"/>
          </a:xfrm>
          <a:prstGeom prst="roundRect">
            <a:avLst>
              <a:gd name="adj" fmla="val 5000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7" name="圆角矩形 6"/>
          <p:cNvSpPr/>
          <p:nvPr/>
        </p:nvSpPr>
        <p:spPr>
          <a:xfrm>
            <a:off x="1244600" y="5041900"/>
            <a:ext cx="4102100" cy="393700"/>
          </a:xfrm>
          <a:prstGeom prst="roundRect">
            <a:avLst>
              <a:gd name="adj" fmla="val 5000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8" name="圆角矩形 7"/>
          <p:cNvSpPr/>
          <p:nvPr/>
        </p:nvSpPr>
        <p:spPr>
          <a:xfrm>
            <a:off x="1244600" y="2568575"/>
            <a:ext cx="2184400" cy="393700"/>
          </a:xfrm>
          <a:prstGeom prst="roundRect">
            <a:avLst>
              <a:gd name="adj" fmla="val 50000"/>
            </a:avLst>
          </a:prstGeom>
          <a:solidFill>
            <a:srgbClr val="1C7C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 name="圆角矩形 8"/>
          <p:cNvSpPr/>
          <p:nvPr/>
        </p:nvSpPr>
        <p:spPr>
          <a:xfrm>
            <a:off x="1244600" y="3392488"/>
            <a:ext cx="1384300" cy="393700"/>
          </a:xfrm>
          <a:prstGeom prst="roundRect">
            <a:avLst>
              <a:gd name="adj" fmla="val 50000"/>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0" name="圆角矩形 9"/>
          <p:cNvSpPr/>
          <p:nvPr/>
        </p:nvSpPr>
        <p:spPr>
          <a:xfrm>
            <a:off x="1244600" y="4217988"/>
            <a:ext cx="3222625" cy="393700"/>
          </a:xfrm>
          <a:prstGeom prst="roundRect">
            <a:avLst>
              <a:gd name="adj" fmla="val 50000"/>
            </a:avLst>
          </a:prstGeom>
          <a:solidFill>
            <a:srgbClr val="675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1" name="圆角矩形 10"/>
          <p:cNvSpPr/>
          <p:nvPr/>
        </p:nvSpPr>
        <p:spPr>
          <a:xfrm>
            <a:off x="1244600" y="5041900"/>
            <a:ext cx="2717800" cy="393700"/>
          </a:xfrm>
          <a:prstGeom prst="roundRect">
            <a:avLst>
              <a:gd name="adj" fmla="val 50000"/>
            </a:avLst>
          </a:prstGeom>
          <a:solidFill>
            <a:srgbClr val="E36C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3562" name="矩形 11"/>
          <p:cNvSpPr/>
          <p:nvPr/>
        </p:nvSpPr>
        <p:spPr>
          <a:xfrm>
            <a:off x="2855913" y="2595563"/>
            <a:ext cx="542925" cy="338137"/>
          </a:xfrm>
          <a:prstGeom prst="rect">
            <a:avLst/>
          </a:prstGeom>
          <a:noFill/>
          <a:ln w="9525">
            <a:noFill/>
          </a:ln>
        </p:spPr>
        <p:txBody>
          <a:bodyPr wrap="none" anchor="t" anchorCtr="0">
            <a:spAutoFit/>
          </a:bodyPr>
          <a:p>
            <a:r>
              <a:rPr lang="en-US" altLang="zh-CN" sz="1600" b="1" dirty="0">
                <a:solidFill>
                  <a:schemeClr val="bg1"/>
                </a:solidFill>
                <a:latin typeface="Calibri" panose="020F0502020204030204" pitchFamily="34" charset="0"/>
                <a:ea typeface="Microsoft YaHei Light" panose="020B0502040204020203" pitchFamily="34" charset="-122"/>
              </a:rPr>
              <a:t>54%</a:t>
            </a:r>
            <a:endParaRPr lang="en-US" altLang="zh-CN" sz="1600" b="1" dirty="0">
              <a:solidFill>
                <a:schemeClr val="bg1"/>
              </a:solidFill>
              <a:latin typeface="Calibri" panose="020F0502020204030204" pitchFamily="34" charset="0"/>
              <a:ea typeface="Arial" panose="020B0604020202020204" pitchFamily="34" charset="0"/>
            </a:endParaRPr>
          </a:p>
        </p:txBody>
      </p:sp>
      <p:sp>
        <p:nvSpPr>
          <p:cNvPr id="23563" name="矩形 12"/>
          <p:cNvSpPr/>
          <p:nvPr/>
        </p:nvSpPr>
        <p:spPr>
          <a:xfrm>
            <a:off x="2033588" y="3421063"/>
            <a:ext cx="541337" cy="338137"/>
          </a:xfrm>
          <a:prstGeom prst="rect">
            <a:avLst/>
          </a:prstGeom>
          <a:noFill/>
          <a:ln w="9525">
            <a:noFill/>
          </a:ln>
        </p:spPr>
        <p:txBody>
          <a:bodyPr wrap="none" anchor="t" anchorCtr="0">
            <a:spAutoFit/>
          </a:bodyPr>
          <a:p>
            <a:r>
              <a:rPr lang="en-US" altLang="zh-CN" sz="1600" b="1" dirty="0">
                <a:solidFill>
                  <a:schemeClr val="bg1"/>
                </a:solidFill>
                <a:latin typeface="Calibri" panose="020F0502020204030204" pitchFamily="34" charset="0"/>
                <a:ea typeface="Microsoft YaHei Light" panose="020B0502040204020203" pitchFamily="34" charset="-122"/>
              </a:rPr>
              <a:t>25%</a:t>
            </a:r>
            <a:endParaRPr lang="en-US" altLang="zh-CN" sz="1600" b="1" dirty="0">
              <a:solidFill>
                <a:schemeClr val="bg1"/>
              </a:solidFill>
              <a:latin typeface="Calibri" panose="020F0502020204030204" pitchFamily="34" charset="0"/>
              <a:ea typeface="Arial" panose="020B0604020202020204" pitchFamily="34" charset="0"/>
            </a:endParaRPr>
          </a:p>
        </p:txBody>
      </p:sp>
      <p:sp>
        <p:nvSpPr>
          <p:cNvPr id="23564" name="矩形 13"/>
          <p:cNvSpPr/>
          <p:nvPr/>
        </p:nvSpPr>
        <p:spPr>
          <a:xfrm>
            <a:off x="3827463" y="4244975"/>
            <a:ext cx="541337" cy="338138"/>
          </a:xfrm>
          <a:prstGeom prst="rect">
            <a:avLst/>
          </a:prstGeom>
          <a:noFill/>
          <a:ln w="9525">
            <a:noFill/>
          </a:ln>
        </p:spPr>
        <p:txBody>
          <a:bodyPr wrap="none" anchor="t" anchorCtr="0">
            <a:spAutoFit/>
          </a:bodyPr>
          <a:p>
            <a:r>
              <a:rPr lang="en-US" altLang="zh-CN" sz="1600" b="1" dirty="0">
                <a:solidFill>
                  <a:schemeClr val="bg1"/>
                </a:solidFill>
                <a:latin typeface="Calibri" panose="020F0502020204030204" pitchFamily="34" charset="0"/>
                <a:ea typeface="Microsoft YaHei Light" panose="020B0502040204020203" pitchFamily="34" charset="-122"/>
              </a:rPr>
              <a:t>83%</a:t>
            </a:r>
            <a:endParaRPr lang="en-US" altLang="zh-CN" sz="1600" b="1" dirty="0">
              <a:solidFill>
                <a:schemeClr val="bg1"/>
              </a:solidFill>
              <a:latin typeface="Calibri" panose="020F0502020204030204" pitchFamily="34" charset="0"/>
              <a:ea typeface="Arial" panose="020B0604020202020204" pitchFamily="34" charset="0"/>
            </a:endParaRPr>
          </a:p>
        </p:txBody>
      </p:sp>
      <p:sp>
        <p:nvSpPr>
          <p:cNvPr id="23565" name="矩形 14"/>
          <p:cNvSpPr/>
          <p:nvPr/>
        </p:nvSpPr>
        <p:spPr>
          <a:xfrm>
            <a:off x="3316288" y="5072063"/>
            <a:ext cx="541337" cy="338137"/>
          </a:xfrm>
          <a:prstGeom prst="rect">
            <a:avLst/>
          </a:prstGeom>
          <a:noFill/>
          <a:ln w="9525">
            <a:noFill/>
          </a:ln>
        </p:spPr>
        <p:txBody>
          <a:bodyPr wrap="none" anchor="t" anchorCtr="0">
            <a:spAutoFit/>
          </a:bodyPr>
          <a:p>
            <a:r>
              <a:rPr lang="en-US" altLang="zh-CN" sz="1600" b="1" dirty="0">
                <a:solidFill>
                  <a:schemeClr val="bg1"/>
                </a:solidFill>
                <a:latin typeface="Calibri" panose="020F0502020204030204" pitchFamily="34" charset="0"/>
                <a:ea typeface="Microsoft YaHei Light" panose="020B0502040204020203" pitchFamily="34" charset="-122"/>
              </a:rPr>
              <a:t>75%</a:t>
            </a:r>
            <a:endParaRPr lang="en-US" altLang="zh-CN" sz="1600" b="1" dirty="0">
              <a:solidFill>
                <a:schemeClr val="bg1"/>
              </a:solidFill>
              <a:latin typeface="Calibri" panose="020F0502020204030204" pitchFamily="34" charset="0"/>
              <a:ea typeface="Arial" panose="020B0604020202020204" pitchFamily="34" charset="0"/>
            </a:endParaRPr>
          </a:p>
        </p:txBody>
      </p:sp>
      <p:sp>
        <p:nvSpPr>
          <p:cNvPr id="23566" name="矩形 15"/>
          <p:cNvSpPr/>
          <p:nvPr/>
        </p:nvSpPr>
        <p:spPr>
          <a:xfrm>
            <a:off x="6096000" y="2579688"/>
            <a:ext cx="4216400" cy="522287"/>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7" name="矩形 16"/>
          <p:cNvSpPr/>
          <p:nvPr/>
        </p:nvSpPr>
        <p:spPr>
          <a:xfrm>
            <a:off x="6096000" y="2316163"/>
            <a:ext cx="1509713" cy="33813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smtClean="0">
                <a:ln>
                  <a:noFill/>
                </a:ln>
                <a:solidFill>
                  <a:schemeClr val="bg1"/>
                </a:solidFill>
                <a:effectLst/>
                <a:uLnTx/>
                <a:uFillTx/>
                <a:latin typeface="+mj-lt"/>
                <a:ea typeface="+mn-ea"/>
                <a:cs typeface="+mn-cs"/>
                <a:sym typeface="+mn-ea"/>
              </a:rPr>
              <a:t>ADD YOUR TEXT</a:t>
            </a:r>
            <a:endParaRPr kumimoji="0" lang="en-US" altLang="zh-CN" sz="1600" b="0" i="0" u="none" strike="noStrike" kern="1200" cap="none" spc="0" normalizeH="0" baseline="0" noProof="0" dirty="0">
              <a:ln>
                <a:noFill/>
              </a:ln>
              <a:solidFill>
                <a:schemeClr val="bg1"/>
              </a:solidFill>
              <a:effectLst/>
              <a:uLnTx/>
              <a:uFillTx/>
              <a:latin typeface="+mj-lt"/>
              <a:ea typeface="+mn-ea"/>
              <a:cs typeface="+mn-cs"/>
              <a:sym typeface="+mn-ea"/>
            </a:endParaRPr>
          </a:p>
        </p:txBody>
      </p:sp>
      <p:sp>
        <p:nvSpPr>
          <p:cNvPr id="23568" name="矩形 17"/>
          <p:cNvSpPr/>
          <p:nvPr/>
        </p:nvSpPr>
        <p:spPr>
          <a:xfrm>
            <a:off x="6096000" y="3432175"/>
            <a:ext cx="4479925" cy="5238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9" name="矩形 18"/>
          <p:cNvSpPr/>
          <p:nvPr/>
        </p:nvSpPr>
        <p:spPr>
          <a:xfrm>
            <a:off x="6096000" y="3168650"/>
            <a:ext cx="1509713" cy="33813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smtClean="0">
                <a:ln>
                  <a:noFill/>
                </a:ln>
                <a:solidFill>
                  <a:schemeClr val="bg1"/>
                </a:solidFill>
                <a:effectLst/>
                <a:uLnTx/>
                <a:uFillTx/>
                <a:latin typeface="+mj-lt"/>
                <a:ea typeface="+mn-ea"/>
                <a:cs typeface="+mn-cs"/>
                <a:sym typeface="+mn-ea"/>
              </a:rPr>
              <a:t>ADD YOUR TEXT</a:t>
            </a:r>
            <a:endParaRPr kumimoji="0" lang="en-US" altLang="zh-CN" sz="1600" b="0" i="0" u="none" strike="noStrike" kern="1200" cap="none" spc="0" normalizeH="0" baseline="0" noProof="0" dirty="0">
              <a:ln>
                <a:noFill/>
              </a:ln>
              <a:solidFill>
                <a:schemeClr val="bg1"/>
              </a:solidFill>
              <a:effectLst/>
              <a:uLnTx/>
              <a:uFillTx/>
              <a:latin typeface="+mj-lt"/>
              <a:ea typeface="+mn-ea"/>
              <a:cs typeface="+mn-cs"/>
              <a:sym typeface="+mn-ea"/>
            </a:endParaRPr>
          </a:p>
        </p:txBody>
      </p:sp>
      <p:sp>
        <p:nvSpPr>
          <p:cNvPr id="23570" name="矩形 19"/>
          <p:cNvSpPr/>
          <p:nvPr/>
        </p:nvSpPr>
        <p:spPr>
          <a:xfrm>
            <a:off x="6096000" y="4284663"/>
            <a:ext cx="4767263" cy="523875"/>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1" name="矩形 20"/>
          <p:cNvSpPr/>
          <p:nvPr/>
        </p:nvSpPr>
        <p:spPr>
          <a:xfrm>
            <a:off x="6096000" y="4021138"/>
            <a:ext cx="1509713" cy="33813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smtClean="0">
                <a:ln>
                  <a:noFill/>
                </a:ln>
                <a:solidFill>
                  <a:schemeClr val="bg1"/>
                </a:solidFill>
                <a:effectLst/>
                <a:uLnTx/>
                <a:uFillTx/>
                <a:latin typeface="+mj-lt"/>
                <a:ea typeface="+mn-ea"/>
                <a:cs typeface="+mn-cs"/>
                <a:sym typeface="+mn-ea"/>
              </a:rPr>
              <a:t>ADD YOUR TEXT</a:t>
            </a:r>
            <a:endParaRPr kumimoji="0" lang="en-US" altLang="zh-CN" sz="1600" b="0" i="0" u="none" strike="noStrike" kern="1200" cap="none" spc="0" normalizeH="0" baseline="0" noProof="0" dirty="0">
              <a:ln>
                <a:noFill/>
              </a:ln>
              <a:solidFill>
                <a:schemeClr val="bg1"/>
              </a:solidFill>
              <a:effectLst/>
              <a:uLnTx/>
              <a:uFillTx/>
              <a:latin typeface="+mj-lt"/>
              <a:ea typeface="+mn-ea"/>
              <a:cs typeface="+mn-cs"/>
              <a:sym typeface="+mn-ea"/>
            </a:endParaRPr>
          </a:p>
        </p:txBody>
      </p:sp>
      <p:sp>
        <p:nvSpPr>
          <p:cNvPr id="23572" name="矩形 21"/>
          <p:cNvSpPr/>
          <p:nvPr/>
        </p:nvSpPr>
        <p:spPr>
          <a:xfrm>
            <a:off x="6096000" y="5138738"/>
            <a:ext cx="4767263" cy="522287"/>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3" name="矩形 22"/>
          <p:cNvSpPr/>
          <p:nvPr/>
        </p:nvSpPr>
        <p:spPr>
          <a:xfrm>
            <a:off x="6096000" y="4875213"/>
            <a:ext cx="1509713" cy="33813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smtClean="0">
                <a:ln>
                  <a:noFill/>
                </a:ln>
                <a:solidFill>
                  <a:schemeClr val="bg1"/>
                </a:solidFill>
                <a:effectLst/>
                <a:uLnTx/>
                <a:uFillTx/>
                <a:latin typeface="+mj-lt"/>
                <a:ea typeface="+mn-ea"/>
                <a:cs typeface="+mn-cs"/>
                <a:sym typeface="+mn-ea"/>
              </a:rPr>
              <a:t>ADD YOUR TEXT</a:t>
            </a:r>
            <a:endParaRPr kumimoji="0" lang="en-US" altLang="zh-CN" sz="1600" b="0" i="0" u="none" strike="noStrike" kern="1200" cap="none" spc="0" normalizeH="0" baseline="0" noProof="0" dirty="0">
              <a:ln>
                <a:noFill/>
              </a:ln>
              <a:solidFill>
                <a:schemeClr val="bg1"/>
              </a:solidFill>
              <a:effectLst/>
              <a:uLnTx/>
              <a:uFillTx/>
              <a:latin typeface="+mj-lt"/>
              <a:ea typeface="+mn-ea"/>
              <a:cs typeface="+mn-cs"/>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graphicFrame>
        <p:nvGraphicFramePr>
          <p:cNvPr id="24578" name="图表 5"/>
          <p:cNvGraphicFramePr/>
          <p:nvPr/>
        </p:nvGraphicFramePr>
        <p:xfrm>
          <a:off x="6045200" y="2208213"/>
          <a:ext cx="5481638" cy="4043362"/>
        </p:xfrm>
        <a:graphic>
          <a:graphicData uri="http://schemas.openxmlformats.org/presentationml/2006/ole">
            <mc:AlternateContent xmlns:mc="http://schemas.openxmlformats.org/markup-compatibility/2006">
              <mc:Choice xmlns:v="urn:schemas-microsoft-com:vml" Requires="v">
                <p:oleObj spid="_x0000_s3077" name="" r:id="rId1" imgW="5486400" imgH="4047490" progId="Excel.Chart.8">
                  <p:embed/>
                </p:oleObj>
              </mc:Choice>
              <mc:Fallback>
                <p:oleObj name="" r:id="rId1" imgW="5486400" imgH="4047490" progId="Excel.Chart.8">
                  <p:embed/>
                  <p:pic>
                    <p:nvPicPr>
                      <p:cNvPr id="0" name="Picture 3076"/>
                      <p:cNvPicPr/>
                      <p:nvPr/>
                    </p:nvPicPr>
                    <p:blipFill>
                      <a:blip r:embed="rId2"/>
                      <a:stretch>
                        <a:fillRect/>
                      </a:stretch>
                    </p:blipFill>
                    <p:spPr>
                      <a:xfrm>
                        <a:off x="6045200" y="2208213"/>
                        <a:ext cx="5481638" cy="4043362"/>
                      </a:xfrm>
                      <a:prstGeom prst="rect">
                        <a:avLst/>
                      </a:prstGeom>
                      <a:noFill/>
                      <a:ln w="38100">
                        <a:noFill/>
                        <a:miter/>
                      </a:ln>
                    </p:spPr>
                  </p:pic>
                </p:oleObj>
              </mc:Fallback>
            </mc:AlternateContent>
          </a:graphicData>
        </a:graphic>
      </p:graphicFrame>
      <p:sp>
        <p:nvSpPr>
          <p:cNvPr id="24579" name="矩形 6"/>
          <p:cNvSpPr/>
          <p:nvPr/>
        </p:nvSpPr>
        <p:spPr>
          <a:xfrm>
            <a:off x="1063625" y="3003550"/>
            <a:ext cx="3181350" cy="952500"/>
          </a:xfrm>
          <a:prstGeom prst="rect">
            <a:avLst/>
          </a:prstGeom>
          <a:noFill/>
          <a:ln w="9525">
            <a:noFill/>
          </a:ln>
        </p:spPr>
        <p:txBody>
          <a:bodyPr anchor="t" anchorCtr="0">
            <a:spAutoFit/>
          </a:bodyPr>
          <a:p>
            <a:pPr algn="just"/>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8" name="矩形 7"/>
          <p:cNvSpPr/>
          <p:nvPr/>
        </p:nvSpPr>
        <p:spPr>
          <a:xfrm>
            <a:off x="1136650" y="2460625"/>
            <a:ext cx="3109913" cy="461963"/>
          </a:xfrm>
          <a:prstGeom prst="rect">
            <a:avLst/>
          </a:prstGeom>
          <a:solidFill>
            <a:srgbClr val="E08648"/>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j-lt"/>
                <a:ea typeface="+mn-ea"/>
                <a:cs typeface="+mn-cs"/>
                <a:sym typeface="+mn-ea"/>
              </a:rPr>
              <a:t>ADD YOUR TEXT</a:t>
            </a:r>
            <a:endParaRPr kumimoji="0" lang="en-US" altLang="zh-CN" sz="2400" b="0" i="0" u="none" strike="noStrike" kern="1200" cap="none" spc="0" normalizeH="0" baseline="0" noProof="0" dirty="0">
              <a:ln>
                <a:noFill/>
              </a:ln>
              <a:solidFill>
                <a:schemeClr val="bg1"/>
              </a:solidFill>
              <a:effectLst/>
              <a:uLnTx/>
              <a:uFillTx/>
              <a:latin typeface="+mj-lt"/>
              <a:ea typeface="+mn-ea"/>
              <a:cs typeface="+mn-cs"/>
              <a:sym typeface="+mn-ea"/>
            </a:endParaRPr>
          </a:p>
        </p:txBody>
      </p:sp>
      <p:sp>
        <p:nvSpPr>
          <p:cNvPr id="24581" name="矩形 8"/>
          <p:cNvSpPr/>
          <p:nvPr/>
        </p:nvSpPr>
        <p:spPr>
          <a:xfrm>
            <a:off x="1063625" y="4970463"/>
            <a:ext cx="3181350" cy="952500"/>
          </a:xfrm>
          <a:prstGeom prst="rect">
            <a:avLst/>
          </a:prstGeom>
          <a:noFill/>
          <a:ln w="9525">
            <a:noFill/>
          </a:ln>
        </p:spPr>
        <p:txBody>
          <a:bodyPr anchor="t" anchorCtr="0">
            <a:spAutoFit/>
          </a:bodyPr>
          <a:p>
            <a:pPr algn="just"/>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10" name="矩形 9"/>
          <p:cNvSpPr/>
          <p:nvPr/>
        </p:nvSpPr>
        <p:spPr>
          <a:xfrm>
            <a:off x="1136650" y="4427538"/>
            <a:ext cx="3109913" cy="461963"/>
          </a:xfrm>
          <a:prstGeom prst="rect">
            <a:avLst/>
          </a:prstGeom>
          <a:solidFill>
            <a:srgbClr val="1C7C5A"/>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j-lt"/>
                <a:ea typeface="+mn-ea"/>
                <a:cs typeface="+mn-cs"/>
                <a:sym typeface="+mn-ea"/>
              </a:rPr>
              <a:t>ADD YOUR TEXT</a:t>
            </a:r>
            <a:endParaRPr kumimoji="0" lang="en-US" altLang="zh-CN" sz="2400" b="0" i="0" u="none" strike="noStrike" kern="1200" cap="none" spc="0" normalizeH="0" baseline="0" noProof="0" dirty="0">
              <a:ln>
                <a:noFill/>
              </a:ln>
              <a:solidFill>
                <a:schemeClr val="bg1"/>
              </a:solidFill>
              <a:effectLst/>
              <a:uLnTx/>
              <a:uFillTx/>
              <a:latin typeface="+mj-lt"/>
              <a:ea typeface="+mn-ea"/>
              <a:cs typeface="+mn-cs"/>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all" spc="0" normalizeH="0" baseline="0" noProof="0" dirty="0">
                <a:ln>
                  <a:noFill/>
                </a:ln>
                <a:solidFill>
                  <a:schemeClr val="bg1"/>
                </a:solidFill>
                <a:effectLst/>
                <a:uLnTx/>
                <a:uFillTx/>
                <a:latin typeface="+mj-lt"/>
                <a:ea typeface="+mj-ea"/>
                <a:cs typeface="+mj-cs"/>
              </a:rPr>
              <a:t>Your  Title  Here</a:t>
            </a:r>
            <a:endParaRPr kumimoji="0" lang="zh-CN" altLang="en-US" sz="4400" b="0" i="0" u="none" strike="noStrike" kern="1200" cap="none" spc="0" normalizeH="0" baseline="0" noProof="0" dirty="0">
              <a:ln>
                <a:noFill/>
              </a:ln>
              <a:solidFill>
                <a:schemeClr val="bg1"/>
              </a:solidFill>
              <a:effectLst/>
              <a:uLnTx/>
              <a:uFillTx/>
              <a:latin typeface="+mj-lt"/>
              <a:ea typeface="+mj-ea"/>
              <a:cs typeface="+mj-cs"/>
            </a:endParaRPr>
          </a:p>
        </p:txBody>
      </p:sp>
      <p:graphicFrame>
        <p:nvGraphicFramePr>
          <p:cNvPr id="25602" name="图表 2"/>
          <p:cNvGraphicFramePr/>
          <p:nvPr/>
        </p:nvGraphicFramePr>
        <p:xfrm>
          <a:off x="687388" y="1846263"/>
          <a:ext cx="6288087" cy="2811462"/>
        </p:xfrm>
        <a:graphic>
          <a:graphicData uri="http://schemas.openxmlformats.org/presentationml/2006/ole">
            <mc:AlternateContent xmlns:mc="http://schemas.openxmlformats.org/markup-compatibility/2006">
              <mc:Choice xmlns:v="urn:schemas-microsoft-com:vml" Requires="v">
                <p:oleObj spid="_x0000_s3076" name="" r:id="rId1" imgW="6297295" imgH="2822575" progId="Excel.Chart.8">
                  <p:embed/>
                </p:oleObj>
              </mc:Choice>
              <mc:Fallback>
                <p:oleObj name="" r:id="rId1" imgW="6297295" imgH="2822575" progId="Excel.Chart.8">
                  <p:embed/>
                  <p:pic>
                    <p:nvPicPr>
                      <p:cNvPr id="0" name="Picture 3075"/>
                      <p:cNvPicPr/>
                      <p:nvPr/>
                    </p:nvPicPr>
                    <p:blipFill>
                      <a:blip r:embed="rId2"/>
                      <a:stretch>
                        <a:fillRect/>
                      </a:stretch>
                    </p:blipFill>
                    <p:spPr>
                      <a:xfrm>
                        <a:off x="687388" y="1846263"/>
                        <a:ext cx="6288087" cy="2811462"/>
                      </a:xfrm>
                      <a:prstGeom prst="rect">
                        <a:avLst/>
                      </a:prstGeom>
                      <a:noFill/>
                      <a:ln w="38100">
                        <a:noFill/>
                        <a:miter/>
                      </a:ln>
                    </p:spPr>
                  </p:pic>
                </p:oleObj>
              </mc:Fallback>
            </mc:AlternateContent>
          </a:graphicData>
        </a:graphic>
      </p:graphicFrame>
      <p:cxnSp>
        <p:nvCxnSpPr>
          <p:cNvPr id="5" name="直接连接符 4"/>
          <p:cNvCxnSpPr/>
          <p:nvPr/>
        </p:nvCxnSpPr>
        <p:spPr>
          <a:xfrm>
            <a:off x="839788" y="4541838"/>
            <a:ext cx="6191250" cy="0"/>
          </a:xfrm>
          <a:prstGeom prst="line">
            <a:avLst/>
          </a:prstGeom>
          <a:ln w="3175">
            <a:solidFill>
              <a:srgbClr val="1C7C5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498725" y="4616450"/>
            <a:ext cx="409575" cy="585788"/>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7" name="矩形 6"/>
          <p:cNvSpPr/>
          <p:nvPr/>
        </p:nvSpPr>
        <p:spPr>
          <a:xfrm>
            <a:off x="3236913" y="4616450"/>
            <a:ext cx="409575" cy="1125538"/>
          </a:xfrm>
          <a:prstGeom prst="rect">
            <a:avLst/>
          </a:prstGeom>
          <a:solidFill>
            <a:srgbClr val="E086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5606" name="矩形 7"/>
          <p:cNvSpPr/>
          <p:nvPr/>
        </p:nvSpPr>
        <p:spPr>
          <a:xfrm>
            <a:off x="5397500" y="2008188"/>
            <a:ext cx="498475"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80%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07" name="矩形 8"/>
          <p:cNvSpPr/>
          <p:nvPr/>
        </p:nvSpPr>
        <p:spPr>
          <a:xfrm>
            <a:off x="6119813" y="3059113"/>
            <a:ext cx="500062"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50%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08" name="矩形 9"/>
          <p:cNvSpPr/>
          <p:nvPr/>
        </p:nvSpPr>
        <p:spPr>
          <a:xfrm>
            <a:off x="4654550" y="3740150"/>
            <a:ext cx="498475"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10%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09" name="矩形 10"/>
          <p:cNvSpPr/>
          <p:nvPr/>
        </p:nvSpPr>
        <p:spPr>
          <a:xfrm>
            <a:off x="3929063" y="3059113"/>
            <a:ext cx="498475"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30%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0" name="矩形 11"/>
          <p:cNvSpPr/>
          <p:nvPr/>
        </p:nvSpPr>
        <p:spPr>
          <a:xfrm>
            <a:off x="1698625" y="2346325"/>
            <a:ext cx="500063"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70%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1" name="矩形 12"/>
          <p:cNvSpPr/>
          <p:nvPr/>
        </p:nvSpPr>
        <p:spPr>
          <a:xfrm>
            <a:off x="952500" y="3044825"/>
            <a:ext cx="498475"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50%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2" name="矩形 13"/>
          <p:cNvSpPr/>
          <p:nvPr/>
        </p:nvSpPr>
        <p:spPr>
          <a:xfrm>
            <a:off x="2409825" y="5202238"/>
            <a:ext cx="498475" cy="306387"/>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20%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3" name="矩形 14"/>
          <p:cNvSpPr/>
          <p:nvPr/>
        </p:nvSpPr>
        <p:spPr>
          <a:xfrm>
            <a:off x="3173413" y="5756275"/>
            <a:ext cx="498475" cy="307975"/>
          </a:xfrm>
          <a:prstGeom prst="rect">
            <a:avLst/>
          </a:prstGeom>
          <a:noFill/>
          <a:ln w="9525">
            <a:noFill/>
          </a:ln>
        </p:spPr>
        <p:txBody>
          <a:bodyPr wrap="none" anchor="t" anchorCtr="0">
            <a:spAutoFit/>
          </a:bodyPr>
          <a:p>
            <a:r>
              <a:rPr lang="en-US" altLang="zh-CN" sz="1400" dirty="0">
                <a:solidFill>
                  <a:schemeClr val="bg1"/>
                </a:solidFill>
                <a:latin typeface="Calibri" panose="020F0502020204030204" pitchFamily="34" charset="0"/>
                <a:ea typeface="Microsoft YaHei Light" panose="020B0502040204020203" pitchFamily="34" charset="-122"/>
              </a:rPr>
              <a:t>60%</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4" name="矩形 15"/>
          <p:cNvSpPr/>
          <p:nvPr/>
        </p:nvSpPr>
        <p:spPr>
          <a:xfrm>
            <a:off x="7966075" y="3462338"/>
            <a:ext cx="3044825" cy="1814512"/>
          </a:xfrm>
          <a:prstGeom prst="rect">
            <a:avLst/>
          </a:prstGeom>
          <a:noFill/>
          <a:ln w="9525">
            <a:noFill/>
          </a:ln>
        </p:spPr>
        <p:txBody>
          <a:bodyPr anchor="t" anchorCtr="0">
            <a:spAutoFit/>
          </a:bodyPr>
          <a:p>
            <a:r>
              <a:rPr lang="zh-CN" altLang="en-US" sz="1400" dirty="0">
                <a:solidFill>
                  <a:schemeClr val="bg1"/>
                </a:solidFill>
                <a:latin typeface="Calibri" panose="020F0502020204030204" pitchFamily="34" charset="0"/>
                <a:ea typeface="Microsoft YaHei Light" panose="020B0502040204020203" pitchFamily="34" charset="-122"/>
              </a:rPr>
              <a:t>Vestibulum ante ipsum primis in faucibus orci luctus et ultrices posuere cubilia Curae; Donec velit neque. auctor sit amet aliquam vel. ullamcorper sit amet ligula. Nulla quis lorem ut libero malesuada feugiat. Vestibulum ac diam sit amet quam vehicula</a:t>
            </a:r>
            <a:endParaRPr lang="zh-CN" altLang="en-US" sz="1400" dirty="0">
              <a:solidFill>
                <a:schemeClr val="bg1"/>
              </a:solidFill>
              <a:latin typeface="Calibri" panose="020F0502020204030204" pitchFamily="34" charset="0"/>
              <a:ea typeface="Arial" panose="020B0604020202020204" pitchFamily="34" charset="0"/>
            </a:endParaRPr>
          </a:p>
        </p:txBody>
      </p:sp>
      <p:sp>
        <p:nvSpPr>
          <p:cNvPr id="25615" name="矩形 16"/>
          <p:cNvSpPr/>
          <p:nvPr/>
        </p:nvSpPr>
        <p:spPr>
          <a:xfrm>
            <a:off x="7934325" y="2968625"/>
            <a:ext cx="2909888" cy="522288"/>
          </a:xfrm>
          <a:prstGeom prst="rect">
            <a:avLst/>
          </a:prstGeom>
          <a:noFill/>
          <a:ln w="9525">
            <a:noFill/>
          </a:ln>
        </p:spPr>
        <p:txBody>
          <a:bodyPr wrap="none" anchor="t" anchorCtr="0">
            <a:spAutoFit/>
          </a:bodyPr>
          <a:p>
            <a:r>
              <a:rPr lang="en-US" altLang="zh-CN" sz="2800" b="1" dirty="0">
                <a:solidFill>
                  <a:schemeClr val="bg1"/>
                </a:solidFill>
                <a:latin typeface="Calibri" panose="020F0502020204030204" pitchFamily="34" charset="0"/>
                <a:ea typeface="Microsoft YaHei Light" panose="020B0502040204020203" pitchFamily="34" charset="-122"/>
              </a:rPr>
              <a:t>Team composition</a:t>
            </a:r>
            <a:endParaRPr lang="zh-CN" altLang="en-US" sz="2800" b="1" dirty="0">
              <a:solidFill>
                <a:schemeClr val="bg1"/>
              </a:solidFill>
              <a:latin typeface="Calibri" panose="020F0502020204030204" pitchFamily="34" charset="0"/>
              <a:ea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3438525" y="2262188"/>
            <a:ext cx="7913688" cy="2387600"/>
          </a:xfr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6000" b="1" i="0" u="none" strike="noStrike" kern="1200" cap="none" spc="300" normalizeH="0" baseline="0" noProof="0" dirty="0">
                <a:ln>
                  <a:noFill/>
                </a:ln>
                <a:solidFill>
                  <a:schemeClr val="bg1"/>
                </a:solidFill>
                <a:effectLst/>
                <a:uLnTx/>
                <a:uFillTx/>
                <a:latin typeface="+mj-lt"/>
                <a:ea typeface="+mj-ea"/>
                <a:cs typeface="+mj-cs"/>
              </a:rPr>
              <a:t>Thanks</a:t>
            </a:r>
            <a:endParaRPr kumimoji="0" lang="en-US" altLang="zh-CN" sz="6000" b="1" i="0" u="none" strike="noStrike" kern="1200" cap="none" spc="300" normalizeH="0" baseline="0" noProof="0" dirty="0">
              <a:ln>
                <a:noFill/>
              </a:ln>
              <a:solidFill>
                <a:schemeClr val="bg1"/>
              </a:solidFill>
              <a:effectLst/>
              <a:uLnTx/>
              <a:uFillTx/>
              <a:latin typeface="+mj-lt"/>
              <a:ea typeface="+mj-ea"/>
              <a:cs typeface="+mj-cs"/>
            </a:endParaRPr>
          </a:p>
        </p:txBody>
      </p:sp>
      <p:sp>
        <p:nvSpPr>
          <p:cNvPr id="26626" name="副标题 2"/>
          <p:cNvSpPr>
            <a:spLocks noGrp="1"/>
          </p:cNvSpPr>
          <p:nvPr>
            <p:ph type="subTitle" idx="1"/>
          </p:nvPr>
        </p:nvSpPr>
        <p:spPr>
          <a:xfrm>
            <a:off x="3438525" y="4741863"/>
            <a:ext cx="7913688" cy="1655762"/>
          </a:xfrm>
        </p:spPr>
        <p:txBody>
          <a:bodyPr wrap="square" lIns="91440" tIns="45720" rIns="91440" bIns="45720" anchor="t" anchorCtr="0"/>
          <a:p>
            <a:pPr defTabSz="914400">
              <a:buClrTx/>
              <a:buSzTx/>
            </a:pPr>
            <a:r>
              <a:rPr lang="zh-CN" altLang="en-US" kern="1200" dirty="0">
                <a:latin typeface="+mn-lt"/>
                <a:ea typeface="Arial" panose="020B0604020202020204" pitchFamily="34" charset="0"/>
                <a:cs typeface="+mn-cs"/>
              </a:rPr>
              <a:t>Add your text</a:t>
            </a:r>
            <a:endParaRPr lang="zh-CN" altLang="en-US" kern="1200" dirty="0">
              <a:latin typeface="+mn-lt"/>
              <a:ea typeface="Arial" panose="020B0604020202020204" pitchFamily="34" charset="0"/>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雅黑细">
      <a:majorFont>
        <a:latin typeface="Calibri Light"/>
        <a:ea typeface="Arial"/>
        <a:cs typeface=""/>
      </a:majorFont>
      <a:minorFont>
        <a:latin typeface="Calibri"/>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9705</Words>
  <Application>WPS Presentation</Application>
  <PresentationFormat>宽屏</PresentationFormat>
  <Paragraphs>381</Paragraphs>
  <Slides>24</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24</vt:i4>
      </vt:variant>
    </vt:vector>
  </HeadingPairs>
  <TitlesOfParts>
    <vt:vector size="37" baseType="lpstr">
      <vt:lpstr>Arial</vt:lpstr>
      <vt:lpstr>SimSun</vt:lpstr>
      <vt:lpstr>Wingdings</vt:lpstr>
      <vt:lpstr>Calibri</vt:lpstr>
      <vt:lpstr>Microsoft YaHei Light</vt:lpstr>
      <vt:lpstr>Wingdings</vt:lpstr>
      <vt:lpstr>Calibri Light</vt:lpstr>
      <vt:lpstr>Microsoft YaHei</vt:lpstr>
      <vt:lpstr>Arial Unicode MS</vt:lpstr>
      <vt:lpstr>Office Theme</vt:lpstr>
      <vt:lpstr>Excel.Chart.8</vt:lpstr>
      <vt:lpstr>Excel.Chart.8</vt:lpstr>
      <vt:lpstr>Excel.Chart.8</vt:lpstr>
      <vt:lpstr>Steganografija i LSB skrivanje poruka u slikama</vt:lpstr>
      <vt:lpstr>Šta je steganografija?</vt:lpstr>
      <vt:lpstr>Gde se koristi steganografija?</vt:lpstr>
      <vt:lpstr>Osnovna ideja steganografije</vt:lpstr>
      <vt:lpstr>PowerPoint 演示文稿</vt:lpstr>
      <vt:lpstr>Šta je steganografija?</vt:lpstr>
      <vt:lpstr>PowerPoint 演示文稿</vt:lpstr>
      <vt:lpstr>PowerPoint 演示文稿</vt:lpstr>
      <vt:lpstr>PowerPoint 演示文稿</vt:lpstr>
      <vt:lpstr>PowerPoint 演示文稿</vt:lpstr>
      <vt:lpstr>Your  Title  Here</vt:lpstr>
      <vt:lpstr>Your  Title  Here</vt:lpstr>
      <vt:lpstr>Your  Title  Here</vt:lpstr>
      <vt:lpstr>Your  Title  Here</vt:lpstr>
      <vt:lpstr>Your  Title  Here</vt:lpstr>
      <vt:lpstr>Your  Title  Here</vt:lpstr>
      <vt:lpstr>Your  Title  Here</vt:lpstr>
      <vt:lpstr>Add your title</vt:lpstr>
      <vt:lpstr>Your  Title  Here</vt:lpstr>
      <vt:lpstr>Your  Title  Here</vt:lpstr>
      <vt:lpstr>Your  Title  Here</vt:lpstr>
      <vt:lpstr>Your  Title  Here</vt:lpstr>
      <vt:lpstr>Your  Title  Here</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Branislav Marković</cp:lastModifiedBy>
  <cp:revision>43</cp:revision>
  <dcterms:created xsi:type="dcterms:W3CDTF">2015-10-06T12:45:00Z</dcterms:created>
  <dcterms:modified xsi:type="dcterms:W3CDTF">2026-06-01T16:04:11Z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FAD2965807B544919304BE421025901C_13</vt:lpwstr>
  </property>
</Properties>
</file>